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17"/>
  </p:notesMasterIdLst>
  <p:handoutMasterIdLst>
    <p:handoutMasterId r:id="rId18"/>
  </p:handoutMasterIdLst>
  <p:sldIdLst>
    <p:sldId id="321" r:id="rId5"/>
    <p:sldId id="322" r:id="rId6"/>
    <p:sldId id="323" r:id="rId7"/>
    <p:sldId id="328" r:id="rId8"/>
    <p:sldId id="329" r:id="rId9"/>
    <p:sldId id="330" r:id="rId10"/>
    <p:sldId id="334" r:id="rId11"/>
    <p:sldId id="325" r:id="rId12"/>
    <p:sldId id="335" r:id="rId13"/>
    <p:sldId id="324" r:id="rId14"/>
    <p:sldId id="331" r:id="rId15"/>
    <p:sldId id="332" r:id="rId16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 varScale="1">
        <p:scale>
          <a:sx n="87" d="100"/>
          <a:sy n="87" d="100"/>
        </p:scale>
        <p:origin x="480" y="77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030684-F192-7346-E993-FCF79678F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CA6568B-C161-A6CC-A03D-F7EDA024C8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DF2801-36EA-FDFA-5CB1-B27160D34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2259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E5B0B6-B0E7-14C6-B2DE-576900F02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6E6BAE-5106-AC82-6EBB-FDEAB29240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B026EA-F08D-7EFB-6547-F66696B1A0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307527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861D0F-28E5-30C0-9AD3-68DF1FB07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B759589-3304-ACAC-E7D8-E3673DC043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88AB36-A143-9E47-E2AE-2BDE19D23B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302225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76333-4049-F375-3119-368276C3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42EC9B-585D-9129-B7C3-7B75548173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A300F3-03D8-DBA0-3352-660C5751CC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32244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8614-F6A3-887B-B575-95B279830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AB5C3D-89AB-5837-022B-3DCD2A4100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EE9167C-A0A6-17CA-5207-7F124CA255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9709627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DCFAD14-1AAA-8CDA-A49B-523FD6C66F3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/>
          <a:p>
            <a:fld id="{48F63A3B-78C7-47BE-AE5E-E10140E04643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714500" y="1552914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646484" y="2804748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4712677" y="3871916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AD7EB-334E-555E-753E-80DA4817E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CDD831-17E8-DC91-D7DA-43F4FB5F9440}"/>
              </a:ext>
            </a:extLst>
          </p:cNvPr>
          <p:cNvSpPr txBox="1"/>
          <p:nvPr/>
        </p:nvSpPr>
        <p:spPr>
          <a:xfrm>
            <a:off x="3771900" y="879231"/>
            <a:ext cx="52251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Tools And Technologies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6B4BD6-0910-8F82-D878-569CA5621BCC}"/>
              </a:ext>
            </a:extLst>
          </p:cNvPr>
          <p:cNvSpPr txBox="1"/>
          <p:nvPr/>
        </p:nvSpPr>
        <p:spPr>
          <a:xfrm>
            <a:off x="2294793" y="2835716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4152270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D0F7F-712F-8ED8-4850-B81FF3633C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9D36EEFA-D203-E083-D917-3221D7642F97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Overview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A7549A-C25A-E59D-F49D-94DC8838F9DC}"/>
              </a:ext>
            </a:extLst>
          </p:cNvPr>
          <p:cNvSpPr txBox="1"/>
          <p:nvPr/>
        </p:nvSpPr>
        <p:spPr>
          <a:xfrm>
            <a:off x="1289957" y="2081685"/>
            <a:ext cx="9917305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File                               Description                                Rows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customers.csv      Customer demographic details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sellers.csv            Seller information                               3,095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orders.csv            Order history and details                   99,441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order_items.csv   Order items details                          112,650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payments.csv       Payment details                               103,886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products.csv         Product details                                  32,951 </a:t>
            </a:r>
          </a:p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geolocation.csv    Geolocation details                      1,000,163 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BBB23318-12FF-237B-D4E5-632CE3D3DEDF}"/>
              </a:ext>
            </a:extLst>
          </p:cNvPr>
          <p:cNvCxnSpPr>
            <a:cxnSpLocks/>
          </p:cNvCxnSpPr>
          <p:nvPr/>
        </p:nvCxnSpPr>
        <p:spPr>
          <a:xfrm>
            <a:off x="1143000" y="2530929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E9146B30-351E-52EA-27A9-45E0EED781C4}"/>
              </a:ext>
            </a:extLst>
          </p:cNvPr>
          <p:cNvCxnSpPr>
            <a:cxnSpLocks/>
          </p:cNvCxnSpPr>
          <p:nvPr/>
        </p:nvCxnSpPr>
        <p:spPr>
          <a:xfrm>
            <a:off x="1094014" y="2081685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7350910F-7900-BCDC-02C0-F437E5BA8EE5}"/>
              </a:ext>
            </a:extLst>
          </p:cNvPr>
          <p:cNvCxnSpPr>
            <a:cxnSpLocks/>
          </p:cNvCxnSpPr>
          <p:nvPr/>
        </p:nvCxnSpPr>
        <p:spPr>
          <a:xfrm>
            <a:off x="1143000" y="5626558"/>
            <a:ext cx="94869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00E8D68-BCA9-4E40-F2B5-1C798D1E534B}"/>
              </a:ext>
            </a:extLst>
          </p:cNvPr>
          <p:cNvCxnSpPr>
            <a:cxnSpLocks/>
          </p:cNvCxnSpPr>
          <p:nvPr/>
        </p:nvCxnSpPr>
        <p:spPr>
          <a:xfrm flipV="1">
            <a:off x="10629900" y="2087128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BE1CB88E-D3F3-9ABA-D1C1-5AE4308E9EDE}"/>
              </a:ext>
            </a:extLst>
          </p:cNvPr>
          <p:cNvCxnSpPr>
            <a:cxnSpLocks/>
          </p:cNvCxnSpPr>
          <p:nvPr/>
        </p:nvCxnSpPr>
        <p:spPr>
          <a:xfrm flipV="1">
            <a:off x="8675915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48AB694-CFA9-5AFD-2E32-C7E667139DC6}"/>
              </a:ext>
            </a:extLst>
          </p:cNvPr>
          <p:cNvCxnSpPr>
            <a:cxnSpLocks/>
          </p:cNvCxnSpPr>
          <p:nvPr/>
        </p:nvCxnSpPr>
        <p:spPr>
          <a:xfrm flipV="1">
            <a:off x="3940628" y="2081685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5010E603-5D4C-4DB0-4A44-CEC445662760}"/>
              </a:ext>
            </a:extLst>
          </p:cNvPr>
          <p:cNvCxnSpPr>
            <a:cxnSpLocks/>
          </p:cNvCxnSpPr>
          <p:nvPr/>
        </p:nvCxnSpPr>
        <p:spPr>
          <a:xfrm flipV="1">
            <a:off x="1143000" y="2092571"/>
            <a:ext cx="0" cy="35339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52889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49.42%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2B2B9-CE3E-E614-295D-38D431FAFF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AF6FB09-2261-C4D8-AB47-9DF34FBEB2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5765" y="767442"/>
            <a:ext cx="9242211" cy="57639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75778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6,288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ACF757-7344-D141-D4DC-D7F64FE9AE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8EBC85-A288-FEE1-719F-5258F9B0D6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1033" y="685800"/>
            <a:ext cx="923698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32341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66E38C-B9D3-D228-D205-0C605016D4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F22F367-2A78-6981-2202-E8787F179E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6348" y="571500"/>
            <a:ext cx="9236989" cy="6155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1798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39955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82</TotalTime>
  <Words>467</Words>
  <Application>Microsoft Office PowerPoint</Application>
  <PresentationFormat>Widescreen</PresentationFormat>
  <Paragraphs>51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6</cp:revision>
  <dcterms:created xsi:type="dcterms:W3CDTF">2026-05-08T03:33:49Z</dcterms:created>
  <dcterms:modified xsi:type="dcterms:W3CDTF">2026-05-08T04:56:17Z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