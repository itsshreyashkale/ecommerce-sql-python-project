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4"/>
  </p:sldMasterIdLst>
  <p:notesMasterIdLst>
    <p:notesMasterId r:id="rId27"/>
  </p:notesMasterIdLst>
  <p:handoutMasterIdLst>
    <p:handoutMasterId r:id="rId28"/>
  </p:handoutMasterIdLst>
  <p:sldIdLst>
    <p:sldId id="321" r:id="rId5"/>
    <p:sldId id="322" r:id="rId6"/>
    <p:sldId id="329" r:id="rId7"/>
    <p:sldId id="336" r:id="rId8"/>
    <p:sldId id="337" r:id="rId9"/>
    <p:sldId id="338" r:id="rId10"/>
    <p:sldId id="339" r:id="rId11"/>
    <p:sldId id="340" r:id="rId12"/>
    <p:sldId id="334" r:id="rId13"/>
    <p:sldId id="341" r:id="rId14"/>
    <p:sldId id="342" r:id="rId15"/>
    <p:sldId id="343" r:id="rId16"/>
    <p:sldId id="344" r:id="rId17"/>
    <p:sldId id="345" r:id="rId18"/>
    <p:sldId id="335" r:id="rId19"/>
    <p:sldId id="346" r:id="rId20"/>
    <p:sldId id="347" r:id="rId21"/>
    <p:sldId id="348" r:id="rId22"/>
    <p:sldId id="350" r:id="rId23"/>
    <p:sldId id="349" r:id="rId24"/>
    <p:sldId id="331" r:id="rId25"/>
    <p:sldId id="332" r:id="rId26"/>
  </p:sldIdLst>
  <p:sldSz cx="12192000" cy="6858000"/>
  <p:notesSz cx="13716000" cy="2438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3" orient="horz" pos="2616" userDrawn="1">
          <p15:clr>
            <a:srgbClr val="A4A3A4"/>
          </p15:clr>
        </p15:guide>
        <p15:guide id="4" orient="horz" pos="3264" userDrawn="1">
          <p15:clr>
            <a:srgbClr val="A4A3A4"/>
          </p15:clr>
        </p15:guide>
        <p15:guide id="5" pos="6912" userDrawn="1">
          <p15:clr>
            <a:srgbClr val="A4A3A4"/>
          </p15:clr>
        </p15:guide>
        <p15:guide id="6" orient="horz" userDrawn="1">
          <p15:clr>
            <a:srgbClr val="A4A3A4"/>
          </p15:clr>
        </p15:guide>
        <p15:guide id="7" orient="horz" pos="4008" userDrawn="1">
          <p15:clr>
            <a:srgbClr val="A4A3A4"/>
          </p15:clr>
        </p15:guide>
        <p15:guide id="9" orient="horz" pos="2352" userDrawn="1">
          <p15:clr>
            <a:srgbClr val="A4A3A4"/>
          </p15:clr>
        </p15:guide>
        <p15:guide id="12" pos="6696" userDrawn="1">
          <p15:clr>
            <a:srgbClr val="A4A3A4"/>
          </p15:clr>
        </p15:guide>
        <p15:guide id="15" pos="2136" userDrawn="1">
          <p15:clr>
            <a:srgbClr val="A4A3A4"/>
          </p15:clr>
        </p15:guide>
        <p15:guide id="16" pos="2760" userDrawn="1">
          <p15:clr>
            <a:srgbClr val="A4A3A4"/>
          </p15:clr>
        </p15:guide>
        <p15:guide id="17" pos="3288" userDrawn="1">
          <p15:clr>
            <a:srgbClr val="A4A3A4"/>
          </p15:clr>
        </p15:guide>
        <p15:guide id="18" pos="4032" userDrawn="1">
          <p15:clr>
            <a:srgbClr val="A4A3A4"/>
          </p15:clr>
        </p15:guide>
        <p15:guide id="19" pos="4392" userDrawn="1">
          <p15:clr>
            <a:srgbClr val="A4A3A4"/>
          </p15:clr>
        </p15:guide>
        <p15:guide id="20" pos="4944" userDrawn="1">
          <p15:clr>
            <a:srgbClr val="A4A3A4"/>
          </p15:clr>
        </p15:guide>
        <p15:guide id="21" pos="5544" userDrawn="1">
          <p15:clr>
            <a:srgbClr val="A4A3A4"/>
          </p15:clr>
        </p15:guide>
        <p15:guide id="22" pos="6072" userDrawn="1">
          <p15:clr>
            <a:srgbClr val="A4A3A4"/>
          </p15:clr>
        </p15:guide>
        <p15:guide id="23" orient="horz" pos="2448" userDrawn="1">
          <p15:clr>
            <a:srgbClr val="A4A3A4"/>
          </p15:clr>
        </p15:guide>
        <p15:guide id="25" pos="5256" userDrawn="1">
          <p15:clr>
            <a:srgbClr val="A4A3A4"/>
          </p15:clr>
        </p15:guide>
        <p15:guide id="26" pos="726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2C8F"/>
    <a:srgbClr val="FDFBF6"/>
    <a:srgbClr val="AAC4E9"/>
    <a:srgbClr val="F5CDCE"/>
    <a:srgbClr val="DF8C8C"/>
    <a:srgbClr val="D4D593"/>
    <a:srgbClr val="E6F0FE"/>
    <a:srgbClr val="CDBE8A"/>
    <a:srgbClr val="FFEFEF"/>
    <a:srgbClr val="FCFB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B4B98B0-60AC-42C2-AFA5-B58CD77FA1E5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5388" autoAdjust="0"/>
  </p:normalViewPr>
  <p:slideViewPr>
    <p:cSldViewPr snapToGrid="0" snapToObjects="1">
      <p:cViewPr varScale="1">
        <p:scale>
          <a:sx n="87" d="100"/>
          <a:sy n="87" d="100"/>
        </p:scale>
        <p:origin x="480" y="77"/>
      </p:cViewPr>
      <p:guideLst>
        <p:guide orient="horz" pos="2616"/>
        <p:guide orient="horz" pos="3264"/>
        <p:guide pos="6912"/>
        <p:guide orient="horz"/>
        <p:guide orient="horz" pos="4008"/>
        <p:guide orient="horz" pos="2352"/>
        <p:guide pos="6696"/>
        <p:guide pos="2136"/>
        <p:guide pos="2760"/>
        <p:guide pos="3288"/>
        <p:guide pos="4032"/>
        <p:guide pos="4392"/>
        <p:guide pos="4944"/>
        <p:guide pos="5544"/>
        <p:guide pos="6072"/>
        <p:guide orient="horz" pos="2448"/>
        <p:guide pos="5256"/>
        <p:guide pos="726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25" d="100"/>
          <a:sy n="25" d="100"/>
        </p:scale>
        <p:origin x="3480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Relationship Id="rId8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2426ABF-A8C0-D94B-8DA4-89B3D95177F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3E1C36-C21F-0B70-27E7-5B59DAE275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970FB6-164E-0840-A35B-09E9F3D45F76}" type="datetimeyyyy">
              <a:rPr lang="en-US" smtClean="0"/>
              <a:t>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942066-244B-8673-5E9A-26E4265AD0B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0EE97-1F54-6631-A4BB-FD9382964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0BD0AB-C59E-4A46-83D3-F07787446BA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3783596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086678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4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30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600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76683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18C29A-ECE9-644F-AB7B-8F0A69F86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D80D9C-BE4A-0756-CEA9-20DAF24899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559F03-D1C0-67D7-E428-40C0DADFA3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27148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8AA2D-3C79-C843-30B3-C9CA33948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4B2ADC-5DCC-A6BF-867C-E4BC1BD8EC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F5E944-3D49-1136-4404-3AD58F23C5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95840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C38F4-B3B1-03CB-4D6F-EDA45FE8A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C2BB82-0BD1-A757-EDD1-22ED355DB8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2B2399-0308-30AA-8682-9650283BD9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30119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152923-6544-EDE4-AC0D-F0F24595A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65C1BE-A29B-9AFE-FD89-B70CADC26C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E2F0E3-F979-5A98-A47C-4A76C7C789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347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D905F7-25F9-3307-5016-4FC07704D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EAC9FD-A1FB-140D-68E9-A139F90716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FF77BB-917B-BEFF-8035-7CFE174012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60857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9EDB1-552E-F7D5-F440-C58C3B458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DD5BB7-DA2F-132A-5A62-42B53DBA25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560913-FBA1-B33E-15E0-1746B3F669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66176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EC26C-7911-F5B0-1137-377E732BBD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1770DD-C1C6-41A5-DCBE-EAB04C78C2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848FD5-7F6E-79C1-A57A-A87F56F208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2825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49A31-8F39-A628-DE56-E34C2AA86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3F9ADD-8F5A-2986-F7C1-146B368C1B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2A6E9A-D372-3C09-56B3-60FBB18513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76324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A5E56-2D87-F260-8BA5-EFB66C085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3AD806-AA6D-261C-64EE-1CEC509D8B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491440-E4A3-767B-B9B9-12AAB3D9A9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19049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300BC-EBAE-8B3A-2295-EFD94328C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1D48BC-11D5-22F2-A841-162328F7B7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A09EFE-B1F9-8360-489F-95E83CF467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25661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EDFD3B-594F-4764-A76A-D6982519A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8DA1A2-9EA0-3C38-E213-EEFCC6A0B1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A49918-3B6E-97F9-AB88-DFC9F8BBF3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49256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79347-A351-F333-5E9F-630D19D14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4A0A14-FA56-13F2-ACB3-4E94B7B25C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08F342-01B1-1172-E953-04A3ADD369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621154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4BC5C-5E34-6EE4-8055-ED9301B6F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1D1E22-D02D-1069-B5AD-F3016F3FBE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AA1B62-DA9B-145A-C989-AD2B2899C5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95383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CFA56-CAA2-E817-6BA4-ECCD63A7E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74845B-2E6C-07FB-E4CD-70EC2BB372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6B01CF-9538-8D5E-02E6-F374313E12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994956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05D2D-649E-49B4-0338-0948DACA6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16AAE0-8FF1-73BF-D513-5D09A530F6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8416A2-7F3F-8B26-83A5-A12F97A32C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69298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7B796-7057-80CA-9AD7-B5B54601A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AAED57-9FE6-19C4-1E81-50E5882948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196366-D525-951E-1CA3-FE0FE23D4B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794596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95024-2BC5-4F43-F715-22CD74B35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7F7709-CE58-2835-9AC2-1F6923CABF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99D0EC-D030-3C1D-0D16-BDA587CF28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406750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DBA20-7670-9586-8CD8-D589F4B6E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E25569-BE51-7905-C167-928C10B5F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5E0214-9CB6-B041-0383-5F91DD50B9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832579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52C7D1-2726-832D-8761-6AC07DBA2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17C00D-9E00-3381-4F65-3B5210AA60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111274-86C0-970F-A8FD-256D948158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257708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D371C8-E5C1-7F36-4EC6-1B5807EDA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1475E5-4B07-4130-2D64-6667FCA79D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7BA8BC-B9F5-C63E-0C0F-6999EB184B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822762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2E0A5-A3C3-458F-44A1-DE48DA852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B16337-9A62-B61B-6A29-81CD33AB85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240ED9-DBD4-E083-92A4-3B5504DACD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74476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Image 0">
            <a:extLst>
              <a:ext uri="{FF2B5EF4-FFF2-40B4-BE49-F238E27FC236}">
                <a16:creationId xmlns:a16="http://schemas.microsoft.com/office/drawing/2014/main" id="{BA5D5A72-CB6F-F8DE-E2C9-90459C8C3D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295900" cy="6877050"/>
          </a:xfrm>
          <a:custGeom>
            <a:avLst/>
            <a:gdLst>
              <a:gd name="connsiteX0" fmla="*/ 0 w 5295900"/>
              <a:gd name="connsiteY0" fmla="*/ 0 h 6877050"/>
              <a:gd name="connsiteX1" fmla="*/ 5295900 w 5295900"/>
              <a:gd name="connsiteY1" fmla="*/ 0 h 6877050"/>
              <a:gd name="connsiteX2" fmla="*/ 5295900 w 5295900"/>
              <a:gd name="connsiteY2" fmla="*/ 6877050 h 6877050"/>
              <a:gd name="connsiteX3" fmla="*/ 0 w 5295900"/>
              <a:gd name="connsiteY3" fmla="*/ 6877050 h 6877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5900" h="6877050">
                <a:moveTo>
                  <a:pt x="0" y="0"/>
                </a:moveTo>
                <a:lnTo>
                  <a:pt x="5295900" y="0"/>
                </a:lnTo>
                <a:lnTo>
                  <a:pt x="5295900" y="6877050"/>
                </a:lnTo>
                <a:lnTo>
                  <a:pt x="0" y="6877050"/>
                </a:lnTo>
                <a:close/>
              </a:path>
            </a:pathLst>
          </a:custGeom>
          <a:solidFill>
            <a:schemeClr val="accent3"/>
          </a:solidFill>
          <a:ln w="4763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E66FD7FF-2869-7902-36B2-2B229AB9AB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00188" y="1173106"/>
            <a:ext cx="9191625" cy="5704772"/>
          </a:xfrm>
          <a:custGeom>
            <a:avLst/>
            <a:gdLst>
              <a:gd name="connsiteX0" fmla="*/ 4595813 w 9191625"/>
              <a:gd name="connsiteY0" fmla="*/ 0 h 5704772"/>
              <a:gd name="connsiteX1" fmla="*/ 9191625 w 9191625"/>
              <a:gd name="connsiteY1" fmla="*/ 4592108 h 5704772"/>
              <a:gd name="connsiteX2" fmla="*/ 9191625 w 9191625"/>
              <a:gd name="connsiteY2" fmla="*/ 5704772 h 5704772"/>
              <a:gd name="connsiteX3" fmla="*/ 0 w 9191625"/>
              <a:gd name="connsiteY3" fmla="*/ 5704772 h 5704772"/>
              <a:gd name="connsiteX4" fmla="*/ 0 w 9191625"/>
              <a:gd name="connsiteY4" fmla="*/ 4592108 h 5704772"/>
              <a:gd name="connsiteX5" fmla="*/ 4595813 w 9191625"/>
              <a:gd name="connsiteY5" fmla="*/ 0 h 5704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191625" h="5704772">
                <a:moveTo>
                  <a:pt x="4595813" y="0"/>
                </a:moveTo>
                <a:cubicBezTo>
                  <a:pt x="7133987" y="0"/>
                  <a:pt x="9191625" y="2055957"/>
                  <a:pt x="9191625" y="4592108"/>
                </a:cubicBezTo>
                <a:lnTo>
                  <a:pt x="9191625" y="5704772"/>
                </a:lnTo>
                <a:lnTo>
                  <a:pt x="0" y="5704772"/>
                </a:lnTo>
                <a:lnTo>
                  <a:pt x="0" y="4592108"/>
                </a:lnTo>
                <a:cubicBezTo>
                  <a:pt x="0" y="2055957"/>
                  <a:pt x="2057614" y="0"/>
                  <a:pt x="4595813" y="0"/>
                </a:cubicBezTo>
                <a:close/>
              </a:path>
            </a:pathLst>
          </a:custGeom>
          <a:solidFill>
            <a:schemeClr val="accent6"/>
          </a:solidFill>
          <a:ln w="476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B1457C88-4472-81CF-02AF-4421E0A308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694429" y="0"/>
            <a:ext cx="6803142" cy="5396474"/>
          </a:xfrm>
          <a:custGeom>
            <a:avLst/>
            <a:gdLst>
              <a:gd name="connsiteX0" fmla="*/ 0 w 6803142"/>
              <a:gd name="connsiteY0" fmla="*/ 0 h 5396474"/>
              <a:gd name="connsiteX1" fmla="*/ 6803142 w 6803142"/>
              <a:gd name="connsiteY1" fmla="*/ 0 h 5396474"/>
              <a:gd name="connsiteX2" fmla="*/ 6803142 w 6803142"/>
              <a:gd name="connsiteY2" fmla="*/ 1997094 h 5396474"/>
              <a:gd name="connsiteX3" fmla="*/ 3401576 w 6803142"/>
              <a:gd name="connsiteY3" fmla="*/ 5396474 h 5396474"/>
              <a:gd name="connsiteX4" fmla="*/ 0 w 6803142"/>
              <a:gd name="connsiteY4" fmla="*/ 1997094 h 5396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03142" h="5396474">
                <a:moveTo>
                  <a:pt x="0" y="0"/>
                </a:moveTo>
                <a:lnTo>
                  <a:pt x="6803142" y="0"/>
                </a:lnTo>
                <a:lnTo>
                  <a:pt x="6803142" y="1997094"/>
                </a:lnTo>
                <a:cubicBezTo>
                  <a:pt x="6803142" y="3874511"/>
                  <a:pt x="5280228" y="5396474"/>
                  <a:pt x="3401576" y="5396474"/>
                </a:cubicBezTo>
                <a:cubicBezTo>
                  <a:pt x="1522938" y="5396474"/>
                  <a:pt x="0" y="3874511"/>
                  <a:pt x="0" y="1997094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899790" y="810227"/>
            <a:ext cx="6392421" cy="3831221"/>
          </a:xfrm>
        </p:spPr>
        <p:txBody>
          <a:bodyPr tIns="0" bIns="0" anchor="ctr" anchorCtr="0">
            <a:noAutofit/>
          </a:bodyPr>
          <a:lstStyle>
            <a:lvl1pPr algn="ctr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6317998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75923D9E-9381-3D11-B31A-1BF5C97F35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452303" y="3405019"/>
            <a:ext cx="5739697" cy="3467971"/>
            <a:chOff x="5009037" y="2525712"/>
            <a:chExt cx="7170193" cy="4332288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89E777D0-3240-08CE-6B6C-B33B910B84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009037" y="25257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EFEA81A2-6893-518C-6AF3-37C987789C86}"/>
                </a:ext>
              </a:extLst>
            </p:cNvPr>
            <p:cNvSpPr>
              <a:spLocks/>
            </p:cNvSpPr>
            <p:nvPr/>
          </p:nvSpPr>
          <p:spPr bwMode="auto">
            <a:xfrm>
              <a:off x="8589536" y="2525712"/>
              <a:ext cx="3589694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F297964-0B81-31DC-6D6D-1414832238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 flipV="1">
            <a:off x="6465610" y="0"/>
            <a:ext cx="5739697" cy="3467971"/>
            <a:chOff x="5183405" y="2678112"/>
            <a:chExt cx="7170193" cy="4332288"/>
          </a:xfrm>
        </p:grpSpPr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CE4FDB43-7466-4B74-330E-836DA9504C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183405" y="26781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2EA39DB9-F1B4-F4E9-CF4D-717B0CD747DA}"/>
                </a:ext>
              </a:extLst>
            </p:cNvPr>
            <p:cNvSpPr>
              <a:spLocks/>
            </p:cNvSpPr>
            <p:nvPr/>
          </p:nvSpPr>
          <p:spPr bwMode="auto">
            <a:xfrm>
              <a:off x="8763903" y="2678112"/>
              <a:ext cx="3589695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4" name="Image 2">
            <a:extLst>
              <a:ext uri="{FF2B5EF4-FFF2-40B4-BE49-F238E27FC236}">
                <a16:creationId xmlns:a16="http://schemas.microsoft.com/office/drawing/2014/main" id="{EFFAEAD9-58A9-096B-C6D0-58F7AD08EB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42518" y="4577658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1CFBBA-B680-A6A7-3C4B-5FEAC42532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6583680" cy="1531357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86C43-DD10-E892-08AD-D6F4AE9617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14400" y="2834640"/>
            <a:ext cx="6583680" cy="3207344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50000"/>
              </a:lnSpc>
              <a:spcBef>
                <a:spcPts val="0"/>
              </a:spcBef>
              <a:defRPr sz="2000"/>
            </a:lvl2pPr>
            <a:lvl3pPr marL="685800">
              <a:lnSpc>
                <a:spcPct val="150000"/>
              </a:lnSpc>
              <a:spcBef>
                <a:spcPts val="0"/>
              </a:spcBef>
              <a:defRPr sz="18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114D1E-7749-DD58-8782-318E4F679D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3964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537D12D-0FCA-3396-988D-452D3D526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3390900"/>
            <a:ext cx="12216063" cy="346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710CE8-8A83-C0D3-623E-AFCC6C6A29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332509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AA66C80-37C3-6D28-7564-733A30B2CD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9353550" y="0"/>
            <a:ext cx="2838450" cy="2857958"/>
            <a:chOff x="0" y="0"/>
            <a:chExt cx="2838450" cy="2857958"/>
          </a:xfrm>
        </p:grpSpPr>
        <p:sp>
          <p:nvSpPr>
            <p:cNvPr id="12" name="Freeform: Shape 28">
              <a:extLst>
                <a:ext uri="{FF2B5EF4-FFF2-40B4-BE49-F238E27FC236}">
                  <a16:creationId xmlns:a16="http://schemas.microsoft.com/office/drawing/2014/main" id="{D9DB7C23-E0CF-A75F-BFFD-4E7679AF4A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0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/>
            </a:p>
          </p:txBody>
        </p:sp>
        <p:sp>
          <p:nvSpPr>
            <p:cNvPr id="15" name="Freeform: Shape 15">
              <a:extLst>
                <a:ext uri="{FF2B5EF4-FFF2-40B4-BE49-F238E27FC236}">
                  <a16:creationId xmlns:a16="http://schemas.microsoft.com/office/drawing/2014/main" id="{4D62A0CC-A0CE-403A-A167-27225B2C60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1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6" name="Image 2">
              <a:extLst>
                <a:ext uri="{FF2B5EF4-FFF2-40B4-BE49-F238E27FC236}">
                  <a16:creationId xmlns:a16="http://schemas.microsoft.com/office/drawing/2014/main" id="{F8AD83DA-A293-6D56-F606-7C98C403A3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458332" y="590133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5702441" y="1061623"/>
            <a:ext cx="5723586" cy="4739104"/>
          </a:xfrm>
        </p:spPr>
        <p:txBody>
          <a:bodyPr tIns="0" bIns="0" anchor="ctr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979AC40-7C15-9431-5B1A-415655A7FC0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443345" y="0"/>
            <a:ext cx="4344695" cy="6359525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433189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86F8B46B-EF6E-BC12-09E2-0F3B779197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D7B4F11-E150-473B-98F5-6E6AC96468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36" name="Freeform 35">
            <a:extLst>
              <a:ext uri="{FF2B5EF4-FFF2-40B4-BE49-F238E27FC236}">
                <a16:creationId xmlns:a16="http://schemas.microsoft.com/office/drawing/2014/main" id="{A8E2FA61-C047-21BB-AA50-F84AD76854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5760023" y="3764463"/>
            <a:ext cx="2812357" cy="3394143"/>
          </a:xfrm>
          <a:custGeom>
            <a:avLst/>
            <a:gdLst>
              <a:gd name="connsiteX0" fmla="*/ 0 w 2812357"/>
              <a:gd name="connsiteY0" fmla="*/ 0 h 3394143"/>
              <a:gd name="connsiteX1" fmla="*/ 2812357 w 2812357"/>
              <a:gd name="connsiteY1" fmla="*/ 3394143 h 3394143"/>
              <a:gd name="connsiteX2" fmla="*/ 0 w 2812357"/>
              <a:gd name="connsiteY2" fmla="*/ 3394143 h 33941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2357" h="3394143">
                <a:moveTo>
                  <a:pt x="0" y="0"/>
                </a:moveTo>
                <a:lnTo>
                  <a:pt x="2812357" y="3394143"/>
                </a:lnTo>
                <a:lnTo>
                  <a:pt x="0" y="3394143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3" name="Freeform 32">
            <a:extLst>
              <a:ext uri="{FF2B5EF4-FFF2-40B4-BE49-F238E27FC236}">
                <a16:creationId xmlns:a16="http://schemas.microsoft.com/office/drawing/2014/main" id="{1A2791BA-760E-9FA5-8743-D0B699FC98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463854"/>
            <a:ext cx="435241" cy="3394146"/>
          </a:xfrm>
          <a:custGeom>
            <a:avLst/>
            <a:gdLst>
              <a:gd name="connsiteX0" fmla="*/ 435241 w 435241"/>
              <a:gd name="connsiteY0" fmla="*/ 0 h 3394146"/>
              <a:gd name="connsiteX1" fmla="*/ 435241 w 435241"/>
              <a:gd name="connsiteY1" fmla="*/ 3394146 h 3394146"/>
              <a:gd name="connsiteX2" fmla="*/ 0 w 435241"/>
              <a:gd name="connsiteY2" fmla="*/ 3394146 h 3394146"/>
              <a:gd name="connsiteX3" fmla="*/ 0 w 435241"/>
              <a:gd name="connsiteY3" fmla="*/ 523525 h 33941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5241" h="3394146">
                <a:moveTo>
                  <a:pt x="435241" y="0"/>
                </a:moveTo>
                <a:lnTo>
                  <a:pt x="435241" y="3394146"/>
                </a:lnTo>
                <a:lnTo>
                  <a:pt x="0" y="3394146"/>
                </a:lnTo>
                <a:lnTo>
                  <a:pt x="0" y="52352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D6A03F2-8C7B-D33B-0E8F-24D4800D5C0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400" y="1057275"/>
            <a:ext cx="5259554" cy="2495028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text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51465C6-2CDE-B5BF-F22E-CBDD44E86CFC}"/>
              </a:ext>
            </a:extLst>
          </p:cNvPr>
          <p:cNvSpPr>
            <a:spLocks noGrp="1"/>
          </p:cNvSpPr>
          <p:nvPr userDrawn="1">
            <p:ph idx="1" hasCustomPrompt="1"/>
          </p:nvPr>
        </p:nvSpPr>
        <p:spPr>
          <a:xfrm>
            <a:off x="914400" y="3808750"/>
            <a:ext cx="5259554" cy="2233233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2" name="Picture Placeholder 7">
            <a:extLst>
              <a:ext uri="{FF2B5EF4-FFF2-40B4-BE49-F238E27FC236}">
                <a16:creationId xmlns:a16="http://schemas.microsoft.com/office/drawing/2014/main" id="{55126063-BDEE-A1AB-FDAE-DD9B98CACDA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414194" y="410780"/>
            <a:ext cx="4344695" cy="6447220"/>
          </a:xfrm>
          <a:solidFill>
            <a:schemeClr val="accent3"/>
          </a:solidFill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681789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Image 1">
            <a:extLst>
              <a:ext uri="{FF2B5EF4-FFF2-40B4-BE49-F238E27FC236}">
                <a16:creationId xmlns:a16="http://schemas.microsoft.com/office/drawing/2014/main" id="{2A3EC91E-4089-D366-06D3-3E66F93DF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7117" y="0"/>
            <a:ext cx="2550985" cy="6858000"/>
          </a:xfrm>
          <a:custGeom>
            <a:avLst/>
            <a:gdLst>
              <a:gd name="connsiteX0" fmla="*/ 2550985 w 2550985"/>
              <a:gd name="connsiteY0" fmla="*/ 0 h 6858000"/>
              <a:gd name="connsiteX1" fmla="*/ 0 w 2550985"/>
              <a:gd name="connsiteY1" fmla="*/ 0 h 6858000"/>
              <a:gd name="connsiteX2" fmla="*/ 0 w 2550985"/>
              <a:gd name="connsiteY2" fmla="*/ 6858000 h 6858000"/>
              <a:gd name="connsiteX3" fmla="*/ 2550985 w 2550985"/>
              <a:gd name="connsiteY3" fmla="*/ 6858000 h 6858000"/>
              <a:gd name="connsiteX4" fmla="*/ 2550985 w 2550985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985" h="6858000">
                <a:moveTo>
                  <a:pt x="2550985" y="0"/>
                </a:moveTo>
                <a:lnTo>
                  <a:pt x="0" y="0"/>
                </a:lnTo>
                <a:lnTo>
                  <a:pt x="0" y="6858000"/>
                </a:lnTo>
                <a:lnTo>
                  <a:pt x="2550985" y="6858000"/>
                </a:lnTo>
                <a:lnTo>
                  <a:pt x="2550985" y="0"/>
                </a:lnTo>
                <a:close/>
              </a:path>
            </a:pathLst>
          </a:custGeom>
          <a:solidFill>
            <a:schemeClr val="accent4"/>
          </a:solidFill>
          <a:ln w="7045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0F595E1-C910-3710-90E9-AF5FFCE058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9415" y="0"/>
            <a:ext cx="2548591" cy="2555628"/>
          </a:xfrm>
          <a:custGeom>
            <a:avLst/>
            <a:gdLst>
              <a:gd name="connsiteX0" fmla="*/ 138643 w 2548591"/>
              <a:gd name="connsiteY0" fmla="*/ 1 h 2555628"/>
              <a:gd name="connsiteX1" fmla="*/ 163874 w 2548591"/>
              <a:gd name="connsiteY1" fmla="*/ 1 h 2555628"/>
              <a:gd name="connsiteX2" fmla="*/ 2548463 w 2548591"/>
              <a:gd name="connsiteY2" fmla="*/ 2391168 h 2555628"/>
              <a:gd name="connsiteX3" fmla="*/ 2548463 w 2548591"/>
              <a:gd name="connsiteY3" fmla="*/ 2416472 h 2555628"/>
              <a:gd name="connsiteX4" fmla="*/ 2548590 w 2548591"/>
              <a:gd name="connsiteY4" fmla="*/ 2416600 h 2555628"/>
              <a:gd name="connsiteX5" fmla="*/ 138643 w 2548591"/>
              <a:gd name="connsiteY5" fmla="*/ 1 h 2555628"/>
              <a:gd name="connsiteX6" fmla="*/ 0 w 2548591"/>
              <a:gd name="connsiteY6" fmla="*/ 1 h 2555628"/>
              <a:gd name="connsiteX7" fmla="*/ 25231 w 2548591"/>
              <a:gd name="connsiteY7" fmla="*/ 1 h 2555628"/>
              <a:gd name="connsiteX8" fmla="*/ 2548591 w 2548591"/>
              <a:gd name="connsiteY8" fmla="*/ 2530324 h 2555628"/>
              <a:gd name="connsiteX9" fmla="*/ 2548591 w 2548591"/>
              <a:gd name="connsiteY9" fmla="*/ 2555628 h 2555628"/>
              <a:gd name="connsiteX10" fmla="*/ 0 w 2548591"/>
              <a:gd name="connsiteY10" fmla="*/ 1 h 2555628"/>
              <a:gd name="connsiteX11" fmla="*/ 277411 w 2548591"/>
              <a:gd name="connsiteY11" fmla="*/ 1 h 2555628"/>
              <a:gd name="connsiteX12" fmla="*/ 302642 w 2548591"/>
              <a:gd name="connsiteY12" fmla="*/ 1 h 2555628"/>
              <a:gd name="connsiteX13" fmla="*/ 2548582 w 2548591"/>
              <a:gd name="connsiteY13" fmla="*/ 2252147 h 2555628"/>
              <a:gd name="connsiteX14" fmla="*/ 2548582 w 2548591"/>
              <a:gd name="connsiteY14" fmla="*/ 2277444 h 2555628"/>
              <a:gd name="connsiteX15" fmla="*/ 277411 w 2548591"/>
              <a:gd name="connsiteY15" fmla="*/ 1 h 2555628"/>
              <a:gd name="connsiteX16" fmla="*/ 416054 w 2548591"/>
              <a:gd name="connsiteY16" fmla="*/ 1 h 2555628"/>
              <a:gd name="connsiteX17" fmla="*/ 441285 w 2548591"/>
              <a:gd name="connsiteY17" fmla="*/ 1 h 2555628"/>
              <a:gd name="connsiteX18" fmla="*/ 2548589 w 2548591"/>
              <a:gd name="connsiteY18" fmla="*/ 2113119 h 2555628"/>
              <a:gd name="connsiteX19" fmla="*/ 2548589 w 2548591"/>
              <a:gd name="connsiteY19" fmla="*/ 2138423 h 2555628"/>
              <a:gd name="connsiteX20" fmla="*/ 416054 w 2548591"/>
              <a:gd name="connsiteY20" fmla="*/ 1 h 2555628"/>
              <a:gd name="connsiteX21" fmla="*/ 554698 w 2548591"/>
              <a:gd name="connsiteY21" fmla="*/ 1 h 2555628"/>
              <a:gd name="connsiteX22" fmla="*/ 579930 w 2548591"/>
              <a:gd name="connsiteY22" fmla="*/ 1 h 2555628"/>
              <a:gd name="connsiteX23" fmla="*/ 2548462 w 2548591"/>
              <a:gd name="connsiteY23" fmla="*/ 1973963 h 2555628"/>
              <a:gd name="connsiteX24" fmla="*/ 2548462 w 2548591"/>
              <a:gd name="connsiteY24" fmla="*/ 1999267 h 2555628"/>
              <a:gd name="connsiteX25" fmla="*/ 2548589 w 2548591"/>
              <a:gd name="connsiteY25" fmla="*/ 1999394 h 2555628"/>
              <a:gd name="connsiteX26" fmla="*/ 554698 w 2548591"/>
              <a:gd name="connsiteY26" fmla="*/ 1 h 2555628"/>
              <a:gd name="connsiteX27" fmla="*/ 693468 w 2548591"/>
              <a:gd name="connsiteY27" fmla="*/ 0 h 2555628"/>
              <a:gd name="connsiteX28" fmla="*/ 718701 w 2548591"/>
              <a:gd name="connsiteY28" fmla="*/ 0 h 2555628"/>
              <a:gd name="connsiteX29" fmla="*/ 2548583 w 2548591"/>
              <a:gd name="connsiteY29" fmla="*/ 1834942 h 2555628"/>
              <a:gd name="connsiteX30" fmla="*/ 2548583 w 2548591"/>
              <a:gd name="connsiteY30" fmla="*/ 1860239 h 2555628"/>
              <a:gd name="connsiteX31" fmla="*/ 693468 w 2548591"/>
              <a:gd name="connsiteY31" fmla="*/ 0 h 2555628"/>
              <a:gd name="connsiteX32" fmla="*/ 832112 w 2548591"/>
              <a:gd name="connsiteY32" fmla="*/ 0 h 2555628"/>
              <a:gd name="connsiteX33" fmla="*/ 857340 w 2548591"/>
              <a:gd name="connsiteY33" fmla="*/ 0 h 2555628"/>
              <a:gd name="connsiteX34" fmla="*/ 2548582 w 2548591"/>
              <a:gd name="connsiteY34" fmla="*/ 1695913 h 2555628"/>
              <a:gd name="connsiteX35" fmla="*/ 2548582 w 2548591"/>
              <a:gd name="connsiteY35" fmla="*/ 1721210 h 2555628"/>
              <a:gd name="connsiteX36" fmla="*/ 832112 w 2548591"/>
              <a:gd name="connsiteY36" fmla="*/ 0 h 2555628"/>
              <a:gd name="connsiteX37" fmla="*/ 970758 w 2548591"/>
              <a:gd name="connsiteY37" fmla="*/ 0 h 2555628"/>
              <a:gd name="connsiteX38" fmla="*/ 995986 w 2548591"/>
              <a:gd name="connsiteY38" fmla="*/ 0 h 2555628"/>
              <a:gd name="connsiteX39" fmla="*/ 2548463 w 2548591"/>
              <a:gd name="connsiteY39" fmla="*/ 1556758 h 2555628"/>
              <a:gd name="connsiteX40" fmla="*/ 2548463 w 2548591"/>
              <a:gd name="connsiteY40" fmla="*/ 1582062 h 2555628"/>
              <a:gd name="connsiteX41" fmla="*/ 2548590 w 2548591"/>
              <a:gd name="connsiteY41" fmla="*/ 1582189 h 2555628"/>
              <a:gd name="connsiteX42" fmla="*/ 970758 w 2548591"/>
              <a:gd name="connsiteY42" fmla="*/ 0 h 2555628"/>
              <a:gd name="connsiteX43" fmla="*/ 1109529 w 2548591"/>
              <a:gd name="connsiteY43" fmla="*/ 0 h 2555628"/>
              <a:gd name="connsiteX44" fmla="*/ 1134764 w 2548591"/>
              <a:gd name="connsiteY44" fmla="*/ 0 h 2555628"/>
              <a:gd name="connsiteX45" fmla="*/ 2548589 w 2548591"/>
              <a:gd name="connsiteY45" fmla="*/ 1417736 h 2555628"/>
              <a:gd name="connsiteX46" fmla="*/ 2548589 w 2548591"/>
              <a:gd name="connsiteY46" fmla="*/ 1443033 h 2555628"/>
              <a:gd name="connsiteX47" fmla="*/ 1109529 w 2548591"/>
              <a:gd name="connsiteY47" fmla="*/ 0 h 2555628"/>
              <a:gd name="connsiteX48" fmla="*/ 1248168 w 2548591"/>
              <a:gd name="connsiteY48" fmla="*/ 0 h 2555628"/>
              <a:gd name="connsiteX49" fmla="*/ 1273396 w 2548591"/>
              <a:gd name="connsiteY49" fmla="*/ 0 h 2555628"/>
              <a:gd name="connsiteX50" fmla="*/ 2548583 w 2548591"/>
              <a:gd name="connsiteY50" fmla="*/ 1278708 h 2555628"/>
              <a:gd name="connsiteX51" fmla="*/ 2548583 w 2548591"/>
              <a:gd name="connsiteY51" fmla="*/ 1304005 h 2555628"/>
              <a:gd name="connsiteX52" fmla="*/ 1248168 w 2548591"/>
              <a:gd name="connsiteY52" fmla="*/ 0 h 2555628"/>
              <a:gd name="connsiteX53" fmla="*/ 1386813 w 2548591"/>
              <a:gd name="connsiteY53" fmla="*/ 0 h 2555628"/>
              <a:gd name="connsiteX54" fmla="*/ 1412041 w 2548591"/>
              <a:gd name="connsiteY54" fmla="*/ 0 h 2555628"/>
              <a:gd name="connsiteX55" fmla="*/ 2548589 w 2548591"/>
              <a:gd name="connsiteY55" fmla="*/ 1139552 h 2555628"/>
              <a:gd name="connsiteX56" fmla="*/ 2548589 w 2548591"/>
              <a:gd name="connsiteY56" fmla="*/ 1164857 h 2555628"/>
              <a:gd name="connsiteX57" fmla="*/ 2548589 w 2548591"/>
              <a:gd name="connsiteY57" fmla="*/ 1164984 h 2555628"/>
              <a:gd name="connsiteX58" fmla="*/ 1386813 w 2548591"/>
              <a:gd name="connsiteY58" fmla="*/ 0 h 2555628"/>
              <a:gd name="connsiteX59" fmla="*/ 1525579 w 2548591"/>
              <a:gd name="connsiteY59" fmla="*/ 0 h 2555628"/>
              <a:gd name="connsiteX60" fmla="*/ 1550814 w 2548591"/>
              <a:gd name="connsiteY60" fmla="*/ 0 h 2555628"/>
              <a:gd name="connsiteX61" fmla="*/ 2548583 w 2548591"/>
              <a:gd name="connsiteY61" fmla="*/ 1000531 h 2555628"/>
              <a:gd name="connsiteX62" fmla="*/ 2548583 w 2548591"/>
              <a:gd name="connsiteY62" fmla="*/ 1025828 h 2555628"/>
              <a:gd name="connsiteX63" fmla="*/ 1525579 w 2548591"/>
              <a:gd name="connsiteY63" fmla="*/ 0 h 2555628"/>
              <a:gd name="connsiteX64" fmla="*/ 1664231 w 2548591"/>
              <a:gd name="connsiteY64" fmla="*/ 0 h 2555628"/>
              <a:gd name="connsiteX65" fmla="*/ 1689459 w 2548591"/>
              <a:gd name="connsiteY65" fmla="*/ 0 h 2555628"/>
              <a:gd name="connsiteX66" fmla="*/ 2548589 w 2548591"/>
              <a:gd name="connsiteY66" fmla="*/ 861503 h 2555628"/>
              <a:gd name="connsiteX67" fmla="*/ 2548589 w 2548591"/>
              <a:gd name="connsiteY67" fmla="*/ 886800 h 2555628"/>
              <a:gd name="connsiteX68" fmla="*/ 1664231 w 2548591"/>
              <a:gd name="connsiteY68" fmla="*/ 0 h 2555628"/>
              <a:gd name="connsiteX69" fmla="*/ 1802870 w 2548591"/>
              <a:gd name="connsiteY69" fmla="*/ 0 h 2555628"/>
              <a:gd name="connsiteX70" fmla="*/ 1828097 w 2548591"/>
              <a:gd name="connsiteY70" fmla="*/ 0 h 2555628"/>
              <a:gd name="connsiteX71" fmla="*/ 2548583 w 2548591"/>
              <a:gd name="connsiteY71" fmla="*/ 722347 h 2555628"/>
              <a:gd name="connsiteX72" fmla="*/ 2548583 w 2548591"/>
              <a:gd name="connsiteY72" fmla="*/ 747651 h 2555628"/>
              <a:gd name="connsiteX73" fmla="*/ 2548583 w 2548591"/>
              <a:gd name="connsiteY73" fmla="*/ 747778 h 2555628"/>
              <a:gd name="connsiteX74" fmla="*/ 1802870 w 2548591"/>
              <a:gd name="connsiteY74" fmla="*/ 0 h 2555628"/>
              <a:gd name="connsiteX75" fmla="*/ 1941642 w 2548591"/>
              <a:gd name="connsiteY75" fmla="*/ 0 h 2555628"/>
              <a:gd name="connsiteX76" fmla="*/ 1966877 w 2548591"/>
              <a:gd name="connsiteY76" fmla="*/ 0 h 2555628"/>
              <a:gd name="connsiteX77" fmla="*/ 2548589 w 2548591"/>
              <a:gd name="connsiteY77" fmla="*/ 583321 h 2555628"/>
              <a:gd name="connsiteX78" fmla="*/ 2548589 w 2548591"/>
              <a:gd name="connsiteY78" fmla="*/ 608622 h 2555628"/>
              <a:gd name="connsiteX79" fmla="*/ 1941642 w 2548591"/>
              <a:gd name="connsiteY79" fmla="*/ 0 h 2555628"/>
              <a:gd name="connsiteX80" fmla="*/ 2080281 w 2548591"/>
              <a:gd name="connsiteY80" fmla="*/ 0 h 2555628"/>
              <a:gd name="connsiteX81" fmla="*/ 2105508 w 2548591"/>
              <a:gd name="connsiteY81" fmla="*/ 0 h 2555628"/>
              <a:gd name="connsiteX82" fmla="*/ 2548582 w 2548591"/>
              <a:gd name="connsiteY82" fmla="*/ 444296 h 2555628"/>
              <a:gd name="connsiteX83" fmla="*/ 2548582 w 2548591"/>
              <a:gd name="connsiteY83" fmla="*/ 469597 h 2555628"/>
              <a:gd name="connsiteX84" fmla="*/ 2080281 w 2548591"/>
              <a:gd name="connsiteY84" fmla="*/ 0 h 2555628"/>
              <a:gd name="connsiteX85" fmla="*/ 2218926 w 2548591"/>
              <a:gd name="connsiteY85" fmla="*/ 0 h 2555628"/>
              <a:gd name="connsiteX86" fmla="*/ 2244153 w 2548591"/>
              <a:gd name="connsiteY86" fmla="*/ 0 h 2555628"/>
              <a:gd name="connsiteX87" fmla="*/ 2548582 w 2548591"/>
              <a:gd name="connsiteY87" fmla="*/ 305270 h 2555628"/>
              <a:gd name="connsiteX88" fmla="*/ 2548582 w 2548591"/>
              <a:gd name="connsiteY88" fmla="*/ 330570 h 2555628"/>
              <a:gd name="connsiteX89" fmla="*/ 2218926 w 2548591"/>
              <a:gd name="connsiteY89" fmla="*/ 0 h 2555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2548591" h="2555628">
                <a:moveTo>
                  <a:pt x="138643" y="1"/>
                </a:moveTo>
                <a:lnTo>
                  <a:pt x="163874" y="1"/>
                </a:lnTo>
                <a:cubicBezTo>
                  <a:pt x="163874" y="1318576"/>
                  <a:pt x="1233644" y="2391168"/>
                  <a:pt x="2548463" y="2391168"/>
                </a:cubicBezTo>
                <a:lnTo>
                  <a:pt x="2548463" y="2416472"/>
                </a:lnTo>
                <a:lnTo>
                  <a:pt x="2548590" y="2416600"/>
                </a:lnTo>
                <a:cubicBezTo>
                  <a:pt x="1219755" y="2416600"/>
                  <a:pt x="138643" y="1332503"/>
                  <a:pt x="138643" y="1"/>
                </a:cubicBezTo>
                <a:close/>
                <a:moveTo>
                  <a:pt x="0" y="1"/>
                </a:moveTo>
                <a:lnTo>
                  <a:pt x="25231" y="1"/>
                </a:lnTo>
                <a:cubicBezTo>
                  <a:pt x="25231" y="1395244"/>
                  <a:pt x="1157188" y="2530324"/>
                  <a:pt x="2548591" y="2530324"/>
                </a:cubicBezTo>
                <a:lnTo>
                  <a:pt x="2548591" y="2555628"/>
                </a:lnTo>
                <a:cubicBezTo>
                  <a:pt x="1143299" y="2555628"/>
                  <a:pt x="0" y="1409172"/>
                  <a:pt x="0" y="1"/>
                </a:cubicBezTo>
                <a:close/>
                <a:moveTo>
                  <a:pt x="277411" y="1"/>
                </a:moveTo>
                <a:lnTo>
                  <a:pt x="302642" y="1"/>
                </a:lnTo>
                <a:cubicBezTo>
                  <a:pt x="302642" y="1241907"/>
                  <a:pt x="1310229" y="2252147"/>
                  <a:pt x="2548582" y="2252147"/>
                </a:cubicBezTo>
                <a:lnTo>
                  <a:pt x="2548582" y="2277444"/>
                </a:lnTo>
                <a:cubicBezTo>
                  <a:pt x="1296205" y="2277444"/>
                  <a:pt x="277411" y="1255835"/>
                  <a:pt x="277411" y="1"/>
                </a:cubicBezTo>
                <a:close/>
                <a:moveTo>
                  <a:pt x="416054" y="1"/>
                </a:moveTo>
                <a:lnTo>
                  <a:pt x="441285" y="1"/>
                </a:lnTo>
                <a:cubicBezTo>
                  <a:pt x="441285" y="1165111"/>
                  <a:pt x="1386559" y="2113119"/>
                  <a:pt x="2548589" y="2113119"/>
                </a:cubicBezTo>
                <a:lnTo>
                  <a:pt x="2548589" y="2138423"/>
                </a:lnTo>
                <a:cubicBezTo>
                  <a:pt x="1372670" y="2138423"/>
                  <a:pt x="416054" y="1179166"/>
                  <a:pt x="416054" y="1"/>
                </a:cubicBezTo>
                <a:close/>
                <a:moveTo>
                  <a:pt x="554698" y="1"/>
                </a:moveTo>
                <a:lnTo>
                  <a:pt x="579930" y="1"/>
                </a:lnTo>
                <a:cubicBezTo>
                  <a:pt x="579930" y="1088442"/>
                  <a:pt x="1463017" y="1973963"/>
                  <a:pt x="2548462" y="1973963"/>
                </a:cubicBezTo>
                <a:lnTo>
                  <a:pt x="2548462" y="1999267"/>
                </a:lnTo>
                <a:lnTo>
                  <a:pt x="2548589" y="1999394"/>
                </a:lnTo>
                <a:cubicBezTo>
                  <a:pt x="1449127" y="1999394"/>
                  <a:pt x="554698" y="1102497"/>
                  <a:pt x="554698" y="1"/>
                </a:cubicBezTo>
                <a:close/>
                <a:moveTo>
                  <a:pt x="693468" y="0"/>
                </a:moveTo>
                <a:lnTo>
                  <a:pt x="718701" y="0"/>
                </a:lnTo>
                <a:cubicBezTo>
                  <a:pt x="718701" y="1011773"/>
                  <a:pt x="1539602" y="1834942"/>
                  <a:pt x="2548583" y="1834942"/>
                </a:cubicBezTo>
                <a:lnTo>
                  <a:pt x="2548583" y="1860239"/>
                </a:lnTo>
                <a:cubicBezTo>
                  <a:pt x="1525706" y="1860239"/>
                  <a:pt x="693468" y="1025701"/>
                  <a:pt x="693468" y="0"/>
                </a:cubicBezTo>
                <a:close/>
                <a:moveTo>
                  <a:pt x="832112" y="0"/>
                </a:moveTo>
                <a:lnTo>
                  <a:pt x="857340" y="0"/>
                </a:lnTo>
                <a:cubicBezTo>
                  <a:pt x="857340" y="935105"/>
                  <a:pt x="1616059" y="1695913"/>
                  <a:pt x="2548582" y="1695913"/>
                </a:cubicBezTo>
                <a:lnTo>
                  <a:pt x="2548582" y="1721210"/>
                </a:lnTo>
                <a:cubicBezTo>
                  <a:pt x="1602170" y="1721210"/>
                  <a:pt x="832112" y="949032"/>
                  <a:pt x="832112" y="0"/>
                </a:cubicBezTo>
                <a:close/>
                <a:moveTo>
                  <a:pt x="970758" y="0"/>
                </a:moveTo>
                <a:lnTo>
                  <a:pt x="995986" y="0"/>
                </a:lnTo>
                <a:cubicBezTo>
                  <a:pt x="995986" y="858436"/>
                  <a:pt x="1692391" y="1556758"/>
                  <a:pt x="2548463" y="1556758"/>
                </a:cubicBezTo>
                <a:lnTo>
                  <a:pt x="2548463" y="1582062"/>
                </a:lnTo>
                <a:lnTo>
                  <a:pt x="2548590" y="1582189"/>
                </a:lnTo>
                <a:cubicBezTo>
                  <a:pt x="1678628" y="1582189"/>
                  <a:pt x="970758" y="872491"/>
                  <a:pt x="970758" y="0"/>
                </a:cubicBezTo>
                <a:close/>
                <a:moveTo>
                  <a:pt x="1109529" y="0"/>
                </a:moveTo>
                <a:lnTo>
                  <a:pt x="1134764" y="0"/>
                </a:lnTo>
                <a:cubicBezTo>
                  <a:pt x="1134764" y="781767"/>
                  <a:pt x="1768975" y="1417736"/>
                  <a:pt x="2548589" y="1417736"/>
                </a:cubicBezTo>
                <a:lnTo>
                  <a:pt x="2548589" y="1443033"/>
                </a:lnTo>
                <a:cubicBezTo>
                  <a:pt x="1755086" y="1443033"/>
                  <a:pt x="1109529" y="795695"/>
                  <a:pt x="1109529" y="0"/>
                </a:cubicBezTo>
                <a:close/>
                <a:moveTo>
                  <a:pt x="1248168" y="0"/>
                </a:moveTo>
                <a:lnTo>
                  <a:pt x="1273396" y="0"/>
                </a:lnTo>
                <a:cubicBezTo>
                  <a:pt x="1273396" y="705097"/>
                  <a:pt x="1845433" y="1278708"/>
                  <a:pt x="2548583" y="1278708"/>
                </a:cubicBezTo>
                <a:lnTo>
                  <a:pt x="2548583" y="1304005"/>
                </a:lnTo>
                <a:cubicBezTo>
                  <a:pt x="1831537" y="1304005"/>
                  <a:pt x="1248168" y="719026"/>
                  <a:pt x="1248168" y="0"/>
                </a:cubicBezTo>
                <a:close/>
                <a:moveTo>
                  <a:pt x="1386813" y="0"/>
                </a:moveTo>
                <a:lnTo>
                  <a:pt x="1412041" y="0"/>
                </a:lnTo>
                <a:cubicBezTo>
                  <a:pt x="1412041" y="628428"/>
                  <a:pt x="1921890" y="1139552"/>
                  <a:pt x="2548589" y="1139552"/>
                </a:cubicBezTo>
                <a:lnTo>
                  <a:pt x="2548589" y="1164857"/>
                </a:lnTo>
                <a:lnTo>
                  <a:pt x="2548589" y="1164984"/>
                </a:lnTo>
                <a:cubicBezTo>
                  <a:pt x="1908001" y="1164984"/>
                  <a:pt x="1386813" y="642356"/>
                  <a:pt x="1386813" y="0"/>
                </a:cubicBezTo>
                <a:close/>
                <a:moveTo>
                  <a:pt x="1525579" y="0"/>
                </a:moveTo>
                <a:lnTo>
                  <a:pt x="1550814" y="0"/>
                </a:lnTo>
                <a:cubicBezTo>
                  <a:pt x="1550814" y="551759"/>
                  <a:pt x="1998468" y="1000531"/>
                  <a:pt x="2548583" y="1000531"/>
                </a:cubicBezTo>
                <a:lnTo>
                  <a:pt x="2548583" y="1025828"/>
                </a:lnTo>
                <a:cubicBezTo>
                  <a:pt x="1984452" y="1025828"/>
                  <a:pt x="1525579" y="565560"/>
                  <a:pt x="1525579" y="0"/>
                </a:cubicBezTo>
                <a:close/>
                <a:moveTo>
                  <a:pt x="1664231" y="0"/>
                </a:moveTo>
                <a:lnTo>
                  <a:pt x="1689459" y="0"/>
                </a:lnTo>
                <a:cubicBezTo>
                  <a:pt x="1689459" y="474963"/>
                  <a:pt x="2074805" y="861503"/>
                  <a:pt x="2548589" y="861503"/>
                </a:cubicBezTo>
                <a:lnTo>
                  <a:pt x="2548589" y="886800"/>
                </a:lnTo>
                <a:cubicBezTo>
                  <a:pt x="2060916" y="886800"/>
                  <a:pt x="1664231" y="489019"/>
                  <a:pt x="1664231" y="0"/>
                </a:cubicBezTo>
                <a:close/>
                <a:moveTo>
                  <a:pt x="1802870" y="0"/>
                </a:moveTo>
                <a:lnTo>
                  <a:pt x="1828097" y="0"/>
                </a:lnTo>
                <a:cubicBezTo>
                  <a:pt x="1828097" y="398295"/>
                  <a:pt x="2151263" y="722347"/>
                  <a:pt x="2548583" y="722347"/>
                </a:cubicBezTo>
                <a:lnTo>
                  <a:pt x="2548583" y="747651"/>
                </a:lnTo>
                <a:lnTo>
                  <a:pt x="2548583" y="747778"/>
                </a:lnTo>
                <a:cubicBezTo>
                  <a:pt x="2137367" y="747778"/>
                  <a:pt x="1802870" y="412350"/>
                  <a:pt x="1802870" y="0"/>
                </a:cubicBezTo>
                <a:close/>
                <a:moveTo>
                  <a:pt x="1941642" y="0"/>
                </a:moveTo>
                <a:lnTo>
                  <a:pt x="1966877" y="0"/>
                </a:lnTo>
                <a:cubicBezTo>
                  <a:pt x="1966877" y="321626"/>
                  <a:pt x="2227847" y="583321"/>
                  <a:pt x="2548589" y="583321"/>
                </a:cubicBezTo>
                <a:lnTo>
                  <a:pt x="2548589" y="608622"/>
                </a:lnTo>
                <a:cubicBezTo>
                  <a:pt x="2213831" y="608622"/>
                  <a:pt x="1941642" y="335553"/>
                  <a:pt x="1941642" y="0"/>
                </a:cubicBezTo>
                <a:close/>
                <a:moveTo>
                  <a:pt x="2080281" y="0"/>
                </a:moveTo>
                <a:lnTo>
                  <a:pt x="2105508" y="0"/>
                </a:lnTo>
                <a:cubicBezTo>
                  <a:pt x="2105508" y="244957"/>
                  <a:pt x="2304298" y="444296"/>
                  <a:pt x="2548582" y="444296"/>
                </a:cubicBezTo>
                <a:lnTo>
                  <a:pt x="2548582" y="469597"/>
                </a:lnTo>
                <a:cubicBezTo>
                  <a:pt x="2290409" y="469597"/>
                  <a:pt x="2080281" y="258885"/>
                  <a:pt x="2080281" y="0"/>
                </a:cubicBezTo>
                <a:close/>
                <a:moveTo>
                  <a:pt x="2218926" y="0"/>
                </a:moveTo>
                <a:lnTo>
                  <a:pt x="2244153" y="0"/>
                </a:lnTo>
                <a:cubicBezTo>
                  <a:pt x="2244153" y="168288"/>
                  <a:pt x="2380629" y="305270"/>
                  <a:pt x="2548582" y="305270"/>
                </a:cubicBezTo>
                <a:lnTo>
                  <a:pt x="2548582" y="330570"/>
                </a:lnTo>
                <a:cubicBezTo>
                  <a:pt x="2366866" y="330570"/>
                  <a:pt x="2218926" y="182344"/>
                  <a:pt x="2218926" y="0"/>
                </a:cubicBezTo>
                <a:close/>
              </a:path>
            </a:pathLst>
          </a:custGeom>
          <a:solidFill>
            <a:schemeClr val="bg1"/>
          </a:solidFill>
          <a:ln w="7032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9" name="Freeform 70">
            <a:extLst>
              <a:ext uri="{FF2B5EF4-FFF2-40B4-BE49-F238E27FC236}">
                <a16:creationId xmlns:a16="http://schemas.microsoft.com/office/drawing/2014/main" id="{AA39EF58-54F1-4AC9-1D83-2E7DEEAAEA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rot="16200000" flipH="1">
            <a:off x="-9389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2"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  <p:sp>
        <p:nvSpPr>
          <p:cNvPr id="31" name="Freeform 70">
            <a:extLst>
              <a:ext uri="{FF2B5EF4-FFF2-40B4-BE49-F238E27FC236}">
                <a16:creationId xmlns:a16="http://schemas.microsoft.com/office/drawing/2014/main" id="{0C320934-59CC-4123-C7C1-FEEE89F304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flipH="1">
            <a:off x="-10617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  <p:sp>
        <p:nvSpPr>
          <p:cNvPr id="33" name="Image 4">
            <a:extLst>
              <a:ext uri="{FF2B5EF4-FFF2-40B4-BE49-F238E27FC236}">
                <a16:creationId xmlns:a16="http://schemas.microsoft.com/office/drawing/2014/main" id="{EC46DC71-C12A-96C8-3FE2-AA95AB58B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543868" y="0"/>
            <a:ext cx="2560340" cy="2560340"/>
          </a:xfrm>
          <a:custGeom>
            <a:avLst/>
            <a:gdLst>
              <a:gd name="connsiteX0" fmla="*/ 0 w 2560340"/>
              <a:gd name="connsiteY0" fmla="*/ 2560340 h 2560340"/>
              <a:gd name="connsiteX1" fmla="*/ 2560340 w 2560340"/>
              <a:gd name="connsiteY1" fmla="*/ 0 h 2560340"/>
              <a:gd name="connsiteX2" fmla="*/ 0 w 2560340"/>
              <a:gd name="connsiteY2" fmla="*/ 0 h 2560340"/>
              <a:gd name="connsiteX3" fmla="*/ 0 w 2560340"/>
              <a:gd name="connsiteY3" fmla="*/ 2560340 h 25603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60340" h="2560340">
                <a:moveTo>
                  <a:pt x="0" y="2560340"/>
                </a:moveTo>
                <a:cubicBezTo>
                  <a:pt x="1414079" y="2560340"/>
                  <a:pt x="2560340" y="1414079"/>
                  <a:pt x="2560340" y="0"/>
                </a:cubicBezTo>
                <a:lnTo>
                  <a:pt x="0" y="0"/>
                </a:lnTo>
                <a:lnTo>
                  <a:pt x="0" y="2560340"/>
                </a:lnTo>
                <a:close/>
              </a:path>
            </a:pathLst>
          </a:custGeom>
          <a:solidFill>
            <a:schemeClr val="accent3">
              <a:lumMod val="40000"/>
              <a:lumOff val="60000"/>
              <a:alpha val="50000"/>
            </a:schemeClr>
          </a:solidFill>
          <a:ln w="7052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60565" y="1057274"/>
            <a:ext cx="7965461" cy="994164"/>
          </a:xfrm>
        </p:spPr>
        <p:txBody>
          <a:bodyPr lIns="91440" tIns="0" rIns="91440" bIns="0" anchor="b" anchorCtr="0">
            <a:noAutofit/>
          </a:bodyPr>
          <a:lstStyle>
            <a:lvl1pPr algn="l">
              <a:lnSpc>
                <a:spcPct val="100000"/>
              </a:lnSpc>
              <a:defRPr sz="3600" b="1"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B20F5EA7-881C-8FB7-EAC9-89C8F2E5865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460565" y="2303029"/>
            <a:ext cx="7965460" cy="3497698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Slide Number Placeholder 2">
            <a:extLst>
              <a:ext uri="{FF2B5EF4-FFF2-40B4-BE49-F238E27FC236}">
                <a16:creationId xmlns:a16="http://schemas.microsoft.com/office/drawing/2014/main" id="{ED7A50D8-0839-EC58-FFBE-315A209957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2850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64809" y="1057274"/>
            <a:ext cx="7043617" cy="2520217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Image 0">
            <a:extLst>
              <a:ext uri="{FF2B5EF4-FFF2-40B4-BE49-F238E27FC236}">
                <a16:creationId xmlns:a16="http://schemas.microsoft.com/office/drawing/2014/main" id="{CD2D664E-6702-6607-A37E-2E99614491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-2784"/>
            <a:ext cx="3443288" cy="6891337"/>
          </a:xfrm>
          <a:custGeom>
            <a:avLst/>
            <a:gdLst>
              <a:gd name="connsiteX0" fmla="*/ 3443288 w 3443288"/>
              <a:gd name="connsiteY0" fmla="*/ 0 h 6891337"/>
              <a:gd name="connsiteX1" fmla="*/ 0 w 3443288"/>
              <a:gd name="connsiteY1" fmla="*/ 0 h 6891337"/>
              <a:gd name="connsiteX2" fmla="*/ 0 w 3443288"/>
              <a:gd name="connsiteY2" fmla="*/ 6891338 h 6891337"/>
              <a:gd name="connsiteX3" fmla="*/ 3443288 w 3443288"/>
              <a:gd name="connsiteY3" fmla="*/ 6891338 h 6891337"/>
              <a:gd name="connsiteX4" fmla="*/ 3443288 w 3443288"/>
              <a:gd name="connsiteY4" fmla="*/ 0 h 6891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6891337">
                <a:moveTo>
                  <a:pt x="3443288" y="0"/>
                </a:moveTo>
                <a:lnTo>
                  <a:pt x="0" y="0"/>
                </a:lnTo>
                <a:lnTo>
                  <a:pt x="0" y="6891338"/>
                </a:lnTo>
                <a:lnTo>
                  <a:pt x="3443288" y="6891338"/>
                </a:lnTo>
                <a:lnTo>
                  <a:pt x="3443288" y="0"/>
                </a:lnTo>
                <a:close/>
              </a:path>
            </a:pathLst>
          </a:custGeom>
          <a:solidFill>
            <a:schemeClr val="accent3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3" name="Image 1">
            <a:extLst>
              <a:ext uri="{FF2B5EF4-FFF2-40B4-BE49-F238E27FC236}">
                <a16:creationId xmlns:a16="http://schemas.microsoft.com/office/drawing/2014/main" id="{951C5737-DF7E-D671-AC74-9E488335BC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703311" y="-2784"/>
            <a:ext cx="1734410" cy="5167313"/>
          </a:xfrm>
          <a:prstGeom prst="rect">
            <a:avLst/>
          </a:prstGeom>
        </p:spPr>
      </p:pic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F232A1E1-DD38-15EA-6CA1-A84950EC43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21621" y="-2784"/>
            <a:ext cx="1716115" cy="1720853"/>
          </a:xfrm>
          <a:custGeom>
            <a:avLst/>
            <a:gdLst>
              <a:gd name="connsiteX0" fmla="*/ 93358 w 1716115"/>
              <a:gd name="connsiteY0" fmla="*/ 0 h 1720853"/>
              <a:gd name="connsiteX1" fmla="*/ 110348 w 1716115"/>
              <a:gd name="connsiteY1" fmla="*/ 0 h 1720853"/>
              <a:gd name="connsiteX2" fmla="*/ 1716029 w 1716115"/>
              <a:gd name="connsiteY2" fmla="*/ 1610112 h 1720853"/>
              <a:gd name="connsiteX3" fmla="*/ 1716029 w 1716115"/>
              <a:gd name="connsiteY3" fmla="*/ 1627151 h 1720853"/>
              <a:gd name="connsiteX4" fmla="*/ 1716115 w 1716115"/>
              <a:gd name="connsiteY4" fmla="*/ 1627237 h 1720853"/>
              <a:gd name="connsiteX5" fmla="*/ 93358 w 1716115"/>
              <a:gd name="connsiteY5" fmla="*/ 0 h 1720853"/>
              <a:gd name="connsiteX6" fmla="*/ 0 w 1716115"/>
              <a:gd name="connsiteY6" fmla="*/ 0 h 1720853"/>
              <a:gd name="connsiteX7" fmla="*/ 16989 w 1716115"/>
              <a:gd name="connsiteY7" fmla="*/ 0 h 1720853"/>
              <a:gd name="connsiteX8" fmla="*/ 1716114 w 1716115"/>
              <a:gd name="connsiteY8" fmla="*/ 1703814 h 1720853"/>
              <a:gd name="connsiteX9" fmla="*/ 1716114 w 1716115"/>
              <a:gd name="connsiteY9" fmla="*/ 1720853 h 1720853"/>
              <a:gd name="connsiteX10" fmla="*/ 0 w 1716115"/>
              <a:gd name="connsiteY10" fmla="*/ 0 h 1720853"/>
              <a:gd name="connsiteX11" fmla="*/ 186798 w 1716115"/>
              <a:gd name="connsiteY11" fmla="*/ 0 h 1720853"/>
              <a:gd name="connsiteX12" fmla="*/ 203788 w 1716115"/>
              <a:gd name="connsiteY12" fmla="*/ 0 h 1720853"/>
              <a:gd name="connsiteX13" fmla="*/ 1716109 w 1716115"/>
              <a:gd name="connsiteY13" fmla="*/ 1516501 h 1720853"/>
              <a:gd name="connsiteX14" fmla="*/ 1716109 w 1716115"/>
              <a:gd name="connsiteY14" fmla="*/ 1533535 h 1720853"/>
              <a:gd name="connsiteX15" fmla="*/ 186798 w 1716115"/>
              <a:gd name="connsiteY15" fmla="*/ 0 h 1720853"/>
              <a:gd name="connsiteX16" fmla="*/ 280155 w 1716115"/>
              <a:gd name="connsiteY16" fmla="*/ 0 h 1720853"/>
              <a:gd name="connsiteX17" fmla="*/ 297145 w 1716115"/>
              <a:gd name="connsiteY17" fmla="*/ 0 h 1720853"/>
              <a:gd name="connsiteX18" fmla="*/ 1716114 w 1716115"/>
              <a:gd name="connsiteY18" fmla="*/ 1422885 h 1720853"/>
              <a:gd name="connsiteX19" fmla="*/ 1716114 w 1716115"/>
              <a:gd name="connsiteY19" fmla="*/ 1439924 h 1720853"/>
              <a:gd name="connsiteX20" fmla="*/ 280155 w 1716115"/>
              <a:gd name="connsiteY20" fmla="*/ 0 h 1720853"/>
              <a:gd name="connsiteX21" fmla="*/ 373512 w 1716115"/>
              <a:gd name="connsiteY21" fmla="*/ 0 h 1720853"/>
              <a:gd name="connsiteX22" fmla="*/ 390502 w 1716115"/>
              <a:gd name="connsiteY22" fmla="*/ 0 h 1720853"/>
              <a:gd name="connsiteX23" fmla="*/ 1716029 w 1716115"/>
              <a:gd name="connsiteY23" fmla="*/ 1329184 h 1720853"/>
              <a:gd name="connsiteX24" fmla="*/ 1716029 w 1716115"/>
              <a:gd name="connsiteY24" fmla="*/ 1346223 h 1720853"/>
              <a:gd name="connsiteX25" fmla="*/ 1716114 w 1716115"/>
              <a:gd name="connsiteY25" fmla="*/ 1346308 h 1720853"/>
              <a:gd name="connsiteX26" fmla="*/ 373512 w 1716115"/>
              <a:gd name="connsiteY26" fmla="*/ 0 h 1720853"/>
              <a:gd name="connsiteX27" fmla="*/ 466953 w 1716115"/>
              <a:gd name="connsiteY27" fmla="*/ 0 h 1720853"/>
              <a:gd name="connsiteX28" fmla="*/ 483944 w 1716115"/>
              <a:gd name="connsiteY28" fmla="*/ 0 h 1720853"/>
              <a:gd name="connsiteX29" fmla="*/ 1716110 w 1716115"/>
              <a:gd name="connsiteY29" fmla="*/ 1235573 h 1720853"/>
              <a:gd name="connsiteX30" fmla="*/ 1716110 w 1716115"/>
              <a:gd name="connsiteY30" fmla="*/ 1252607 h 1720853"/>
              <a:gd name="connsiteX31" fmla="*/ 466953 w 1716115"/>
              <a:gd name="connsiteY31" fmla="*/ 0 h 1720853"/>
              <a:gd name="connsiteX32" fmla="*/ 560310 w 1716115"/>
              <a:gd name="connsiteY32" fmla="*/ 0 h 1720853"/>
              <a:gd name="connsiteX33" fmla="*/ 577297 w 1716115"/>
              <a:gd name="connsiteY33" fmla="*/ 0 h 1720853"/>
              <a:gd name="connsiteX34" fmla="*/ 1716109 w 1716115"/>
              <a:gd name="connsiteY34" fmla="*/ 1141957 h 1720853"/>
              <a:gd name="connsiteX35" fmla="*/ 1716109 w 1716115"/>
              <a:gd name="connsiteY35" fmla="*/ 1158991 h 1720853"/>
              <a:gd name="connsiteX36" fmla="*/ 560310 w 1716115"/>
              <a:gd name="connsiteY36" fmla="*/ 0 h 1720853"/>
              <a:gd name="connsiteX37" fmla="*/ 653668 w 1716115"/>
              <a:gd name="connsiteY37" fmla="*/ 0 h 1720853"/>
              <a:gd name="connsiteX38" fmla="*/ 670655 w 1716115"/>
              <a:gd name="connsiteY38" fmla="*/ 0 h 1720853"/>
              <a:gd name="connsiteX39" fmla="*/ 1716029 w 1716115"/>
              <a:gd name="connsiteY39" fmla="*/ 1048255 h 1720853"/>
              <a:gd name="connsiteX40" fmla="*/ 1716029 w 1716115"/>
              <a:gd name="connsiteY40" fmla="*/ 1065294 h 1720853"/>
              <a:gd name="connsiteX41" fmla="*/ 1716114 w 1716115"/>
              <a:gd name="connsiteY41" fmla="*/ 1065380 h 1720853"/>
              <a:gd name="connsiteX42" fmla="*/ 653668 w 1716115"/>
              <a:gd name="connsiteY42" fmla="*/ 0 h 1720853"/>
              <a:gd name="connsiteX43" fmla="*/ 747112 w 1716115"/>
              <a:gd name="connsiteY43" fmla="*/ 0 h 1720853"/>
              <a:gd name="connsiteX44" fmla="*/ 764104 w 1716115"/>
              <a:gd name="connsiteY44" fmla="*/ 0 h 1720853"/>
              <a:gd name="connsiteX45" fmla="*/ 1716115 w 1716115"/>
              <a:gd name="connsiteY45" fmla="*/ 954644 h 1720853"/>
              <a:gd name="connsiteX46" fmla="*/ 1716115 w 1716115"/>
              <a:gd name="connsiteY46" fmla="*/ 971678 h 1720853"/>
              <a:gd name="connsiteX47" fmla="*/ 747112 w 1716115"/>
              <a:gd name="connsiteY47" fmla="*/ 0 h 1720853"/>
              <a:gd name="connsiteX48" fmla="*/ 840465 w 1716115"/>
              <a:gd name="connsiteY48" fmla="*/ 0 h 1720853"/>
              <a:gd name="connsiteX49" fmla="*/ 857452 w 1716115"/>
              <a:gd name="connsiteY49" fmla="*/ 0 h 1720853"/>
              <a:gd name="connsiteX50" fmla="*/ 1716109 w 1716115"/>
              <a:gd name="connsiteY50" fmla="*/ 861028 h 1720853"/>
              <a:gd name="connsiteX51" fmla="*/ 1716109 w 1716115"/>
              <a:gd name="connsiteY51" fmla="*/ 878062 h 1720853"/>
              <a:gd name="connsiteX52" fmla="*/ 840465 w 1716115"/>
              <a:gd name="connsiteY52" fmla="*/ 0 h 1720853"/>
              <a:gd name="connsiteX53" fmla="*/ 933823 w 1716115"/>
              <a:gd name="connsiteY53" fmla="*/ 0 h 1720853"/>
              <a:gd name="connsiteX54" fmla="*/ 950810 w 1716115"/>
              <a:gd name="connsiteY54" fmla="*/ 0 h 1720853"/>
              <a:gd name="connsiteX55" fmla="*/ 1716114 w 1716115"/>
              <a:gd name="connsiteY55" fmla="*/ 767327 h 1720853"/>
              <a:gd name="connsiteX56" fmla="*/ 1716114 w 1716115"/>
              <a:gd name="connsiteY56" fmla="*/ 784366 h 1720853"/>
              <a:gd name="connsiteX57" fmla="*/ 1716114 w 1716115"/>
              <a:gd name="connsiteY57" fmla="*/ 784451 h 1720853"/>
              <a:gd name="connsiteX58" fmla="*/ 933823 w 1716115"/>
              <a:gd name="connsiteY58" fmla="*/ 0 h 1720853"/>
              <a:gd name="connsiteX59" fmla="*/ 1027262 w 1716115"/>
              <a:gd name="connsiteY59" fmla="*/ 0 h 1720853"/>
              <a:gd name="connsiteX60" fmla="*/ 1044254 w 1716115"/>
              <a:gd name="connsiteY60" fmla="*/ 0 h 1720853"/>
              <a:gd name="connsiteX61" fmla="*/ 1716110 w 1716115"/>
              <a:gd name="connsiteY61" fmla="*/ 673716 h 1720853"/>
              <a:gd name="connsiteX62" fmla="*/ 1716110 w 1716115"/>
              <a:gd name="connsiteY62" fmla="*/ 690750 h 1720853"/>
              <a:gd name="connsiteX63" fmla="*/ 1027262 w 1716115"/>
              <a:gd name="connsiteY63" fmla="*/ 0 h 1720853"/>
              <a:gd name="connsiteX64" fmla="*/ 1120625 w 1716115"/>
              <a:gd name="connsiteY64" fmla="*/ 0 h 1720853"/>
              <a:gd name="connsiteX65" fmla="*/ 1137612 w 1716115"/>
              <a:gd name="connsiteY65" fmla="*/ 0 h 1720853"/>
              <a:gd name="connsiteX66" fmla="*/ 1716115 w 1716115"/>
              <a:gd name="connsiteY66" fmla="*/ 580100 h 1720853"/>
              <a:gd name="connsiteX67" fmla="*/ 1716115 w 1716115"/>
              <a:gd name="connsiteY67" fmla="*/ 597134 h 1720853"/>
              <a:gd name="connsiteX68" fmla="*/ 1120625 w 1716115"/>
              <a:gd name="connsiteY68" fmla="*/ 0 h 1720853"/>
              <a:gd name="connsiteX69" fmla="*/ 1213978 w 1716115"/>
              <a:gd name="connsiteY69" fmla="*/ 0 h 1720853"/>
              <a:gd name="connsiteX70" fmla="*/ 1230965 w 1716115"/>
              <a:gd name="connsiteY70" fmla="*/ 0 h 1720853"/>
              <a:gd name="connsiteX71" fmla="*/ 1716109 w 1716115"/>
              <a:gd name="connsiteY71" fmla="*/ 486398 h 1720853"/>
              <a:gd name="connsiteX72" fmla="*/ 1716109 w 1716115"/>
              <a:gd name="connsiteY72" fmla="*/ 503437 h 1720853"/>
              <a:gd name="connsiteX73" fmla="*/ 1716109 w 1716115"/>
              <a:gd name="connsiteY73" fmla="*/ 503523 h 1720853"/>
              <a:gd name="connsiteX74" fmla="*/ 1213978 w 1716115"/>
              <a:gd name="connsiteY74" fmla="*/ 0 h 1720853"/>
              <a:gd name="connsiteX75" fmla="*/ 1307422 w 1716115"/>
              <a:gd name="connsiteY75" fmla="*/ 0 h 1720853"/>
              <a:gd name="connsiteX76" fmla="*/ 1324414 w 1716115"/>
              <a:gd name="connsiteY76" fmla="*/ 0 h 1720853"/>
              <a:gd name="connsiteX77" fmla="*/ 1716115 w 1716115"/>
              <a:gd name="connsiteY77" fmla="*/ 392784 h 1720853"/>
              <a:gd name="connsiteX78" fmla="*/ 1716115 w 1716115"/>
              <a:gd name="connsiteY78" fmla="*/ 409821 h 1720853"/>
              <a:gd name="connsiteX79" fmla="*/ 1307422 w 1716115"/>
              <a:gd name="connsiteY79" fmla="*/ 0 h 1720853"/>
              <a:gd name="connsiteX80" fmla="*/ 1400775 w 1716115"/>
              <a:gd name="connsiteY80" fmla="*/ 0 h 1720853"/>
              <a:gd name="connsiteX81" fmla="*/ 1417762 w 1716115"/>
              <a:gd name="connsiteY81" fmla="*/ 0 h 1720853"/>
              <a:gd name="connsiteX82" fmla="*/ 1716109 w 1716115"/>
              <a:gd name="connsiteY82" fmla="*/ 299170 h 1720853"/>
              <a:gd name="connsiteX83" fmla="*/ 1716109 w 1716115"/>
              <a:gd name="connsiteY83" fmla="*/ 316207 h 1720853"/>
              <a:gd name="connsiteX84" fmla="*/ 1400775 w 1716115"/>
              <a:gd name="connsiteY84" fmla="*/ 0 h 1720853"/>
              <a:gd name="connsiteX85" fmla="*/ 1494133 w 1716115"/>
              <a:gd name="connsiteY85" fmla="*/ 0 h 1720853"/>
              <a:gd name="connsiteX86" fmla="*/ 1511120 w 1716115"/>
              <a:gd name="connsiteY86" fmla="*/ 0 h 1720853"/>
              <a:gd name="connsiteX87" fmla="*/ 1716109 w 1716115"/>
              <a:gd name="connsiteY87" fmla="*/ 205556 h 1720853"/>
              <a:gd name="connsiteX88" fmla="*/ 1716109 w 1716115"/>
              <a:gd name="connsiteY88" fmla="*/ 222592 h 1720853"/>
              <a:gd name="connsiteX89" fmla="*/ 1494133 w 1716115"/>
              <a:gd name="connsiteY89" fmla="*/ 0 h 172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716115" h="1720853">
                <a:moveTo>
                  <a:pt x="93358" y="0"/>
                </a:moveTo>
                <a:lnTo>
                  <a:pt x="110348" y="0"/>
                </a:lnTo>
                <a:cubicBezTo>
                  <a:pt x="110348" y="887874"/>
                  <a:pt x="830686" y="1610112"/>
                  <a:pt x="1716029" y="1610112"/>
                </a:cubicBezTo>
                <a:lnTo>
                  <a:pt x="1716029" y="1627151"/>
                </a:lnTo>
                <a:lnTo>
                  <a:pt x="1716115" y="1627237"/>
                </a:lnTo>
                <a:cubicBezTo>
                  <a:pt x="821334" y="1627237"/>
                  <a:pt x="93358" y="897252"/>
                  <a:pt x="93358" y="0"/>
                </a:cubicBezTo>
                <a:close/>
                <a:moveTo>
                  <a:pt x="0" y="0"/>
                </a:moveTo>
                <a:lnTo>
                  <a:pt x="16989" y="0"/>
                </a:lnTo>
                <a:cubicBezTo>
                  <a:pt x="16989" y="939499"/>
                  <a:pt x="779202" y="1703814"/>
                  <a:pt x="1716114" y="1703814"/>
                </a:cubicBezTo>
                <a:lnTo>
                  <a:pt x="1716114" y="1720853"/>
                </a:lnTo>
                <a:cubicBezTo>
                  <a:pt x="769850" y="1720853"/>
                  <a:pt x="0" y="948877"/>
                  <a:pt x="0" y="0"/>
                </a:cubicBezTo>
                <a:close/>
                <a:moveTo>
                  <a:pt x="186798" y="0"/>
                </a:moveTo>
                <a:lnTo>
                  <a:pt x="203788" y="0"/>
                </a:lnTo>
                <a:cubicBezTo>
                  <a:pt x="203788" y="836248"/>
                  <a:pt x="882254" y="1516501"/>
                  <a:pt x="1716109" y="1516501"/>
                </a:cubicBezTo>
                <a:lnTo>
                  <a:pt x="1716109" y="1533535"/>
                </a:lnTo>
                <a:cubicBezTo>
                  <a:pt x="872812" y="1533535"/>
                  <a:pt x="186798" y="845626"/>
                  <a:pt x="186798" y="0"/>
                </a:cubicBezTo>
                <a:close/>
                <a:moveTo>
                  <a:pt x="280155" y="0"/>
                </a:moveTo>
                <a:lnTo>
                  <a:pt x="297145" y="0"/>
                </a:lnTo>
                <a:cubicBezTo>
                  <a:pt x="297145" y="784537"/>
                  <a:pt x="933652" y="1422885"/>
                  <a:pt x="1716114" y="1422885"/>
                </a:cubicBezTo>
                <a:lnTo>
                  <a:pt x="1716114" y="1439924"/>
                </a:lnTo>
                <a:cubicBezTo>
                  <a:pt x="924300" y="1439924"/>
                  <a:pt x="280155" y="794001"/>
                  <a:pt x="280155" y="0"/>
                </a:cubicBezTo>
                <a:close/>
                <a:moveTo>
                  <a:pt x="373512" y="0"/>
                </a:moveTo>
                <a:lnTo>
                  <a:pt x="390502" y="0"/>
                </a:lnTo>
                <a:cubicBezTo>
                  <a:pt x="390502" y="732911"/>
                  <a:pt x="985135" y="1329184"/>
                  <a:pt x="1716029" y="1329184"/>
                </a:cubicBezTo>
                <a:lnTo>
                  <a:pt x="1716029" y="1346223"/>
                </a:lnTo>
                <a:lnTo>
                  <a:pt x="1716114" y="1346308"/>
                </a:lnTo>
                <a:cubicBezTo>
                  <a:pt x="975783" y="1346308"/>
                  <a:pt x="373512" y="742375"/>
                  <a:pt x="373512" y="0"/>
                </a:cubicBezTo>
                <a:close/>
                <a:moveTo>
                  <a:pt x="466953" y="0"/>
                </a:moveTo>
                <a:lnTo>
                  <a:pt x="483944" y="0"/>
                </a:lnTo>
                <a:cubicBezTo>
                  <a:pt x="483944" y="681286"/>
                  <a:pt x="1036704" y="1235573"/>
                  <a:pt x="1716110" y="1235573"/>
                </a:cubicBezTo>
                <a:lnTo>
                  <a:pt x="1716110" y="1252607"/>
                </a:lnTo>
                <a:cubicBezTo>
                  <a:pt x="1027347" y="1252607"/>
                  <a:pt x="466953" y="690664"/>
                  <a:pt x="466953" y="0"/>
                </a:cubicBezTo>
                <a:close/>
                <a:moveTo>
                  <a:pt x="560310" y="0"/>
                </a:moveTo>
                <a:lnTo>
                  <a:pt x="577297" y="0"/>
                </a:lnTo>
                <a:cubicBezTo>
                  <a:pt x="577297" y="629660"/>
                  <a:pt x="1088188" y="1141957"/>
                  <a:pt x="1716109" y="1141957"/>
                </a:cubicBezTo>
                <a:lnTo>
                  <a:pt x="1716109" y="1158991"/>
                </a:lnTo>
                <a:cubicBezTo>
                  <a:pt x="1078835" y="1158991"/>
                  <a:pt x="560310" y="639038"/>
                  <a:pt x="560310" y="0"/>
                </a:cubicBezTo>
                <a:close/>
                <a:moveTo>
                  <a:pt x="653668" y="0"/>
                </a:moveTo>
                <a:lnTo>
                  <a:pt x="670655" y="0"/>
                </a:lnTo>
                <a:cubicBezTo>
                  <a:pt x="670655" y="578035"/>
                  <a:pt x="1139586" y="1048255"/>
                  <a:pt x="1716029" y="1048255"/>
                </a:cubicBezTo>
                <a:lnTo>
                  <a:pt x="1716029" y="1065294"/>
                </a:lnTo>
                <a:lnTo>
                  <a:pt x="1716114" y="1065380"/>
                </a:lnTo>
                <a:cubicBezTo>
                  <a:pt x="1130319" y="1065380"/>
                  <a:pt x="653668" y="587499"/>
                  <a:pt x="653668" y="0"/>
                </a:cubicBezTo>
                <a:close/>
                <a:moveTo>
                  <a:pt x="747112" y="0"/>
                </a:moveTo>
                <a:lnTo>
                  <a:pt x="764104" y="0"/>
                </a:lnTo>
                <a:cubicBezTo>
                  <a:pt x="764104" y="526409"/>
                  <a:pt x="1191155" y="954644"/>
                  <a:pt x="1716115" y="954644"/>
                </a:cubicBezTo>
                <a:lnTo>
                  <a:pt x="1716115" y="971678"/>
                </a:lnTo>
                <a:cubicBezTo>
                  <a:pt x="1181802" y="971678"/>
                  <a:pt x="747112" y="535787"/>
                  <a:pt x="747112" y="0"/>
                </a:cubicBezTo>
                <a:close/>
                <a:moveTo>
                  <a:pt x="840465" y="0"/>
                </a:moveTo>
                <a:lnTo>
                  <a:pt x="857452" y="0"/>
                </a:lnTo>
                <a:cubicBezTo>
                  <a:pt x="857452" y="474783"/>
                  <a:pt x="1242638" y="861028"/>
                  <a:pt x="1716109" y="861028"/>
                </a:cubicBezTo>
                <a:lnTo>
                  <a:pt x="1716109" y="878062"/>
                </a:lnTo>
                <a:cubicBezTo>
                  <a:pt x="1233281" y="878062"/>
                  <a:pt x="840465" y="484162"/>
                  <a:pt x="840465" y="0"/>
                </a:cubicBezTo>
                <a:close/>
                <a:moveTo>
                  <a:pt x="933823" y="0"/>
                </a:moveTo>
                <a:lnTo>
                  <a:pt x="950810" y="0"/>
                </a:lnTo>
                <a:cubicBezTo>
                  <a:pt x="950810" y="423157"/>
                  <a:pt x="1294121" y="767327"/>
                  <a:pt x="1716114" y="767327"/>
                </a:cubicBezTo>
                <a:lnTo>
                  <a:pt x="1716114" y="784366"/>
                </a:lnTo>
                <a:lnTo>
                  <a:pt x="1716114" y="784451"/>
                </a:lnTo>
                <a:cubicBezTo>
                  <a:pt x="1284769" y="784451"/>
                  <a:pt x="933823" y="432536"/>
                  <a:pt x="933823" y="0"/>
                </a:cubicBezTo>
                <a:close/>
                <a:moveTo>
                  <a:pt x="1027262" y="0"/>
                </a:moveTo>
                <a:lnTo>
                  <a:pt x="1044254" y="0"/>
                </a:lnTo>
                <a:cubicBezTo>
                  <a:pt x="1044254" y="371532"/>
                  <a:pt x="1345685" y="673716"/>
                  <a:pt x="1716110" y="673716"/>
                </a:cubicBezTo>
                <a:lnTo>
                  <a:pt x="1716110" y="690750"/>
                </a:lnTo>
                <a:cubicBezTo>
                  <a:pt x="1336248" y="690750"/>
                  <a:pt x="1027262" y="380824"/>
                  <a:pt x="1027262" y="0"/>
                </a:cubicBezTo>
                <a:close/>
                <a:moveTo>
                  <a:pt x="1120625" y="0"/>
                </a:moveTo>
                <a:lnTo>
                  <a:pt x="1137612" y="0"/>
                </a:lnTo>
                <a:cubicBezTo>
                  <a:pt x="1137612" y="319820"/>
                  <a:pt x="1397088" y="580100"/>
                  <a:pt x="1716115" y="580100"/>
                </a:cubicBezTo>
                <a:lnTo>
                  <a:pt x="1716115" y="597134"/>
                </a:lnTo>
                <a:cubicBezTo>
                  <a:pt x="1387736" y="597134"/>
                  <a:pt x="1120625" y="329285"/>
                  <a:pt x="1120625" y="0"/>
                </a:cubicBezTo>
                <a:close/>
                <a:moveTo>
                  <a:pt x="1213978" y="0"/>
                </a:moveTo>
                <a:lnTo>
                  <a:pt x="1230965" y="0"/>
                </a:lnTo>
                <a:cubicBezTo>
                  <a:pt x="1230965" y="268195"/>
                  <a:pt x="1448571" y="486398"/>
                  <a:pt x="1716109" y="486398"/>
                </a:cubicBezTo>
                <a:lnTo>
                  <a:pt x="1716109" y="503437"/>
                </a:lnTo>
                <a:lnTo>
                  <a:pt x="1716109" y="503523"/>
                </a:lnTo>
                <a:cubicBezTo>
                  <a:pt x="1439214" y="503523"/>
                  <a:pt x="1213978" y="277659"/>
                  <a:pt x="1213978" y="0"/>
                </a:cubicBezTo>
                <a:close/>
                <a:moveTo>
                  <a:pt x="1307422" y="0"/>
                </a:moveTo>
                <a:lnTo>
                  <a:pt x="1324414" y="0"/>
                </a:lnTo>
                <a:cubicBezTo>
                  <a:pt x="1324414" y="216569"/>
                  <a:pt x="1500141" y="392784"/>
                  <a:pt x="1716115" y="392784"/>
                </a:cubicBezTo>
                <a:lnTo>
                  <a:pt x="1716115" y="409821"/>
                </a:lnTo>
                <a:cubicBezTo>
                  <a:pt x="1490703" y="409821"/>
                  <a:pt x="1307422" y="225948"/>
                  <a:pt x="1307422" y="0"/>
                </a:cubicBezTo>
                <a:close/>
                <a:moveTo>
                  <a:pt x="1400775" y="0"/>
                </a:moveTo>
                <a:lnTo>
                  <a:pt x="1417762" y="0"/>
                </a:lnTo>
                <a:cubicBezTo>
                  <a:pt x="1417762" y="164944"/>
                  <a:pt x="1551619" y="299170"/>
                  <a:pt x="1716109" y="299170"/>
                </a:cubicBezTo>
                <a:lnTo>
                  <a:pt x="1716109" y="316207"/>
                </a:lnTo>
                <a:cubicBezTo>
                  <a:pt x="1542266" y="316207"/>
                  <a:pt x="1400775" y="174322"/>
                  <a:pt x="1400775" y="0"/>
                </a:cubicBezTo>
                <a:close/>
                <a:moveTo>
                  <a:pt x="1494133" y="0"/>
                </a:moveTo>
                <a:lnTo>
                  <a:pt x="1511120" y="0"/>
                </a:lnTo>
                <a:cubicBezTo>
                  <a:pt x="1511120" y="113318"/>
                  <a:pt x="1603017" y="205556"/>
                  <a:pt x="1716109" y="205556"/>
                </a:cubicBezTo>
                <a:lnTo>
                  <a:pt x="1716109" y="222592"/>
                </a:lnTo>
                <a:cubicBezTo>
                  <a:pt x="1593750" y="222592"/>
                  <a:pt x="1494133" y="122783"/>
                  <a:pt x="1494133" y="0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Image 5">
            <a:extLst>
              <a:ext uri="{FF2B5EF4-FFF2-40B4-BE49-F238E27FC236}">
                <a16:creationId xmlns:a16="http://schemas.microsoft.com/office/drawing/2014/main" id="{B9036D42-A06F-E6EE-BB91-8BAF04519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3440504"/>
            <a:ext cx="3443288" cy="3448050"/>
          </a:xfrm>
          <a:custGeom>
            <a:avLst/>
            <a:gdLst>
              <a:gd name="connsiteX0" fmla="*/ 1721644 w 3443288"/>
              <a:gd name="connsiteY0" fmla="*/ 3448051 h 3448050"/>
              <a:gd name="connsiteX1" fmla="*/ 3443288 w 3443288"/>
              <a:gd name="connsiteY1" fmla="*/ 1724025 h 3448050"/>
              <a:gd name="connsiteX2" fmla="*/ 1721644 w 3443288"/>
              <a:gd name="connsiteY2" fmla="*/ 0 h 3448050"/>
              <a:gd name="connsiteX3" fmla="*/ 0 w 3443288"/>
              <a:gd name="connsiteY3" fmla="*/ 1724025 h 3448050"/>
              <a:gd name="connsiteX4" fmla="*/ 1721644 w 3443288"/>
              <a:gd name="connsiteY4" fmla="*/ 3448051 h 3448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3448050">
                <a:moveTo>
                  <a:pt x="1721644" y="3448051"/>
                </a:moveTo>
                <a:cubicBezTo>
                  <a:pt x="2672482" y="3448051"/>
                  <a:pt x="3443288" y="2676178"/>
                  <a:pt x="3443288" y="1724025"/>
                </a:cubicBezTo>
                <a:cubicBezTo>
                  <a:pt x="3443288" y="771873"/>
                  <a:pt x="2672482" y="0"/>
                  <a:pt x="1721644" y="0"/>
                </a:cubicBezTo>
                <a:cubicBezTo>
                  <a:pt x="770806" y="0"/>
                  <a:pt x="0" y="771873"/>
                  <a:pt x="0" y="1724025"/>
                </a:cubicBezTo>
                <a:cubicBezTo>
                  <a:pt x="0" y="2676178"/>
                  <a:pt x="770806" y="3448051"/>
                  <a:pt x="1721644" y="3448051"/>
                </a:cubicBezTo>
                <a:close/>
              </a:path>
            </a:pathLst>
          </a:custGeom>
          <a:solidFill>
            <a:schemeClr val="accent6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9" name="Image 6">
            <a:extLst>
              <a:ext uri="{FF2B5EF4-FFF2-40B4-BE49-F238E27FC236}">
                <a16:creationId xmlns:a16="http://schemas.microsoft.com/office/drawing/2014/main" id="{86E0540C-3355-A50D-AC61-047B54B70C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718457" y="3440504"/>
            <a:ext cx="1719263" cy="1724025"/>
          </a:xfrm>
          <a:prstGeom prst="rect">
            <a:avLst/>
          </a:prstGeom>
        </p:spPr>
      </p:pic>
      <p:sp>
        <p:nvSpPr>
          <p:cNvPr id="16" name="Slide Number Placeholder 2">
            <a:extLst>
              <a:ext uri="{FF2B5EF4-FFF2-40B4-BE49-F238E27FC236}">
                <a16:creationId xmlns:a16="http://schemas.microsoft.com/office/drawing/2014/main" id="{B00F713C-1CC6-5879-0410-95F179D56A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E40D3F2-4A7A-F909-AC98-0B402B26776E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64808" y="3808750"/>
            <a:ext cx="7043618" cy="2233233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116296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Freeform 26">
            <a:extLst>
              <a:ext uri="{FF2B5EF4-FFF2-40B4-BE49-F238E27FC236}">
                <a16:creationId xmlns:a16="http://schemas.microsoft.com/office/drawing/2014/main" id="{3C7B0BB3-A5CA-7C72-DC39-AD00EC90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427336"/>
            <a:ext cx="3202546" cy="3430665"/>
          </a:xfrm>
          <a:custGeom>
            <a:avLst/>
            <a:gdLst>
              <a:gd name="connsiteX0" fmla="*/ 0 w 3202546"/>
              <a:gd name="connsiteY0" fmla="*/ 0 h 3430665"/>
              <a:gd name="connsiteX1" fmla="*/ 3202546 w 3202546"/>
              <a:gd name="connsiteY1" fmla="*/ 0 h 3430665"/>
              <a:gd name="connsiteX2" fmla="*/ 3202546 w 3202546"/>
              <a:gd name="connsiteY2" fmla="*/ 3430665 h 3430665"/>
              <a:gd name="connsiteX3" fmla="*/ 0 w 3202546"/>
              <a:gd name="connsiteY3" fmla="*/ 3430665 h 3430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0665">
                <a:moveTo>
                  <a:pt x="0" y="0"/>
                </a:moveTo>
                <a:lnTo>
                  <a:pt x="3202546" y="0"/>
                </a:lnTo>
                <a:lnTo>
                  <a:pt x="3202546" y="3430665"/>
                </a:lnTo>
                <a:lnTo>
                  <a:pt x="0" y="343066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07871527-68A5-0A5C-F5A6-A80523BAC9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654149"/>
            <a:ext cx="3202546" cy="3203852"/>
          </a:xfrm>
          <a:custGeom>
            <a:avLst/>
            <a:gdLst>
              <a:gd name="connsiteX0" fmla="*/ 3202546 w 3202546"/>
              <a:gd name="connsiteY0" fmla="*/ 0 h 3203852"/>
              <a:gd name="connsiteX1" fmla="*/ 3202546 w 3202546"/>
              <a:gd name="connsiteY1" fmla="*/ 3203852 h 3203852"/>
              <a:gd name="connsiteX2" fmla="*/ 0 w 3202546"/>
              <a:gd name="connsiteY2" fmla="*/ 3203852 h 3203852"/>
              <a:gd name="connsiteX3" fmla="*/ 0 w 3202546"/>
              <a:gd name="connsiteY3" fmla="*/ 3190718 h 32038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203852">
                <a:moveTo>
                  <a:pt x="3202546" y="0"/>
                </a:moveTo>
                <a:lnTo>
                  <a:pt x="3202546" y="3203852"/>
                </a:lnTo>
                <a:lnTo>
                  <a:pt x="0" y="3203852"/>
                </a:lnTo>
                <a:lnTo>
                  <a:pt x="0" y="319071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CEB118B3-9B06-AD11-738A-7A0651F98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5" y="1"/>
            <a:ext cx="3202545" cy="3437345"/>
          </a:xfrm>
          <a:custGeom>
            <a:avLst/>
            <a:gdLst>
              <a:gd name="connsiteX0" fmla="*/ 0 w 3202545"/>
              <a:gd name="connsiteY0" fmla="*/ 0 h 3437345"/>
              <a:gd name="connsiteX1" fmla="*/ 3202545 w 3202545"/>
              <a:gd name="connsiteY1" fmla="*/ 0 h 3437345"/>
              <a:gd name="connsiteX2" fmla="*/ 3202545 w 3202545"/>
              <a:gd name="connsiteY2" fmla="*/ 3437345 h 3437345"/>
              <a:gd name="connsiteX3" fmla="*/ 0 w 3202545"/>
              <a:gd name="connsiteY3" fmla="*/ 3437345 h 3437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5" h="3437345">
                <a:moveTo>
                  <a:pt x="0" y="0"/>
                </a:moveTo>
                <a:lnTo>
                  <a:pt x="3202545" y="0"/>
                </a:lnTo>
                <a:lnTo>
                  <a:pt x="3202545" y="3437345"/>
                </a:lnTo>
                <a:lnTo>
                  <a:pt x="0" y="3437345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0EA94262-504E-06F2-F383-E832C37B12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6681"/>
            <a:ext cx="3202546" cy="3436477"/>
          </a:xfrm>
          <a:custGeom>
            <a:avLst/>
            <a:gdLst>
              <a:gd name="connsiteX0" fmla="*/ 0 w 3202546"/>
              <a:gd name="connsiteY0" fmla="*/ 0 h 3436477"/>
              <a:gd name="connsiteX1" fmla="*/ 3202546 w 3202546"/>
              <a:gd name="connsiteY1" fmla="*/ 3214418 h 3436477"/>
              <a:gd name="connsiteX2" fmla="*/ 3202546 w 3202546"/>
              <a:gd name="connsiteY2" fmla="*/ 3436477 h 3436477"/>
              <a:gd name="connsiteX3" fmla="*/ 0 w 3202546"/>
              <a:gd name="connsiteY3" fmla="*/ 3436477 h 34364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6477">
                <a:moveTo>
                  <a:pt x="0" y="0"/>
                </a:moveTo>
                <a:lnTo>
                  <a:pt x="3202546" y="3214418"/>
                </a:lnTo>
                <a:lnTo>
                  <a:pt x="3202546" y="3436477"/>
                </a:lnTo>
                <a:lnTo>
                  <a:pt x="0" y="343647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399" y="834635"/>
            <a:ext cx="7796464" cy="1222385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9" name="Slide Number Placeholder 2">
            <a:extLst>
              <a:ext uri="{FF2B5EF4-FFF2-40B4-BE49-F238E27FC236}">
                <a16:creationId xmlns:a16="http://schemas.microsoft.com/office/drawing/2014/main" id="{BFBCB81C-7599-87A1-8037-5FB8C374503A}"/>
              </a:ext>
            </a:extLst>
          </p:cNvPr>
          <p:cNvSpPr>
            <a:spLocks noGrp="1"/>
          </p:cNvSpPr>
          <p:nvPr userDrawn="1"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6FF02D51-6992-3FED-2A19-92E5AC564CF4}"/>
              </a:ext>
            </a:extLst>
          </p:cNvPr>
          <p:cNvSpPr>
            <a:spLocks noGrp="1"/>
          </p:cNvSpPr>
          <p:nvPr userDrawn="1">
            <p:ph sz="half" idx="2" hasCustomPrompt="1"/>
          </p:nvPr>
        </p:nvSpPr>
        <p:spPr>
          <a:xfrm>
            <a:off x="914400" y="2303028"/>
            <a:ext cx="3283119" cy="3720337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marL="283464" indent="-283464">
              <a:spcBef>
                <a:spcPts val="1000"/>
              </a:spcBef>
              <a:defRPr sz="1800"/>
            </a:lvl2pPr>
            <a:lvl3pPr marL="283464" indent="-283464">
              <a:spcBef>
                <a:spcPts val="1000"/>
              </a:spcBef>
              <a:defRPr sz="1800"/>
            </a:lvl3pPr>
            <a:lvl4pPr marL="283464" indent="-283464">
              <a:spcBef>
                <a:spcPts val="1000"/>
              </a:spcBef>
              <a:defRPr sz="1800"/>
            </a:lvl4pPr>
            <a:lvl5pPr marL="283464"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5" name="Content Placeholder 5">
            <a:extLst>
              <a:ext uri="{FF2B5EF4-FFF2-40B4-BE49-F238E27FC236}">
                <a16:creationId xmlns:a16="http://schemas.microsoft.com/office/drawing/2014/main" id="{C2762372-3C12-61F8-F131-E4C08A2B1735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4782159" y="2303028"/>
            <a:ext cx="3284951" cy="3720337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marL="283464" indent="-283464">
              <a:spcBef>
                <a:spcPts val="1000"/>
              </a:spcBef>
              <a:defRPr sz="1800"/>
            </a:lvl2pPr>
            <a:lvl3pPr marL="283464" indent="-283464">
              <a:spcBef>
                <a:spcPts val="1000"/>
              </a:spcBef>
              <a:defRPr sz="1800"/>
            </a:lvl3pPr>
            <a:lvl4pPr marL="283464" indent="-283464">
              <a:spcBef>
                <a:spcPts val="1000"/>
              </a:spcBef>
              <a:defRPr sz="1800"/>
            </a:lvl4pPr>
            <a:lvl5pPr marL="283464"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867332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65393"/>
            <a:ext cx="7631709" cy="1091627"/>
          </a:xfrm>
        </p:spPr>
        <p:txBody>
          <a:bodyPr tIns="0" bIns="0"/>
          <a:lstStyle>
            <a:lvl1pPr algn="l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AADE444-940A-5A34-8C49-4F15BC33EEC7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914400" y="2303028"/>
            <a:ext cx="3283119" cy="4144192"/>
          </a:xfrm>
        </p:spPr>
        <p:txBody>
          <a:bodyPr lIns="91440" tIns="0" rIns="91440" bIns="0">
            <a:normAutofit/>
          </a:bodyPr>
          <a:lstStyle>
            <a:lvl1pPr marL="457200" indent="-457200">
              <a:spcBef>
                <a:spcPts val="1000"/>
              </a:spcBef>
              <a:buFont typeface="+mj-lt"/>
              <a:buAutoNum type="arabicPeriod"/>
              <a:defRPr sz="1800"/>
            </a:lvl1pPr>
            <a:lvl2pPr marL="745236" indent="-342900">
              <a:spcBef>
                <a:spcPts val="1000"/>
              </a:spcBef>
              <a:buFont typeface="+mj-lt"/>
              <a:buAutoNum type="alphaLcPeriod"/>
              <a:defRPr sz="1800"/>
            </a:lvl2pPr>
            <a:lvl3pPr marL="1202436" indent="-342900">
              <a:spcBef>
                <a:spcPts val="1000"/>
              </a:spcBef>
              <a:buFont typeface="+mj-lt"/>
              <a:buAutoNum type="arabicParenR"/>
              <a:defRPr sz="1800"/>
            </a:lvl3pPr>
            <a:lvl4pPr marL="1659636" indent="-342900">
              <a:spcBef>
                <a:spcPts val="1000"/>
              </a:spcBef>
              <a:buFont typeface="+mj-lt"/>
              <a:buAutoNum type="alphaLcParenR"/>
              <a:defRPr sz="1800"/>
            </a:lvl4pPr>
            <a:lvl5pPr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79FCB-9A9F-6B60-A95C-FCF020598D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782159" y="2303028"/>
            <a:ext cx="3763950" cy="4144192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indent="-283464">
              <a:spcBef>
                <a:spcPts val="1000"/>
              </a:spcBef>
              <a:defRPr sz="1800"/>
            </a:lvl2pPr>
            <a:lvl3pPr indent="-283464">
              <a:spcBef>
                <a:spcPts val="1000"/>
              </a:spcBef>
              <a:defRPr sz="1800"/>
            </a:lvl3pPr>
            <a:lvl4pPr indent="-283464">
              <a:spcBef>
                <a:spcPts val="1000"/>
              </a:spcBef>
              <a:defRPr sz="1800"/>
            </a:lvl4pPr>
            <a:lvl5pPr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2912B88E-830A-AD4C-378F-46EF5F7795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989454" y="965393"/>
            <a:ext cx="3202545" cy="5892607"/>
          </a:xfrm>
          <a:custGeom>
            <a:avLst/>
            <a:gdLst>
              <a:gd name="connsiteX0" fmla="*/ 0 w 3202545"/>
              <a:gd name="connsiteY0" fmla="*/ 0 h 6023366"/>
              <a:gd name="connsiteX1" fmla="*/ 3202545 w 3202545"/>
              <a:gd name="connsiteY1" fmla="*/ 0 h 6023366"/>
              <a:gd name="connsiteX2" fmla="*/ 3202545 w 3202545"/>
              <a:gd name="connsiteY2" fmla="*/ 3165406 h 6023366"/>
              <a:gd name="connsiteX3" fmla="*/ 2923656 w 3202545"/>
              <a:gd name="connsiteY3" fmla="*/ 3179481 h 6023366"/>
              <a:gd name="connsiteX4" fmla="*/ 364096 w 3202545"/>
              <a:gd name="connsiteY4" fmla="*/ 6016124 h 6023366"/>
              <a:gd name="connsiteX5" fmla="*/ 364096 w 3202545"/>
              <a:gd name="connsiteY5" fmla="*/ 6023364 h 6023366"/>
              <a:gd name="connsiteX6" fmla="*/ 1231541 w 3202545"/>
              <a:gd name="connsiteY6" fmla="*/ 6023364 h 6023366"/>
              <a:gd name="connsiteX7" fmla="*/ 1241636 w 3202545"/>
              <a:gd name="connsiteY7" fmla="*/ 5822974 h 6023366"/>
              <a:gd name="connsiteX8" fmla="*/ 3012253 w 3202545"/>
              <a:gd name="connsiteY8" fmla="*/ 4042481 h 6023366"/>
              <a:gd name="connsiteX9" fmla="*/ 3202545 w 3202545"/>
              <a:gd name="connsiteY9" fmla="*/ 4032784 h 6023366"/>
              <a:gd name="connsiteX10" fmla="*/ 3202545 w 3202545"/>
              <a:gd name="connsiteY10" fmla="*/ 4033098 h 6023366"/>
              <a:gd name="connsiteX11" fmla="*/ 3012291 w 3202545"/>
              <a:gd name="connsiteY11" fmla="*/ 4042794 h 6023366"/>
              <a:gd name="connsiteX12" fmla="*/ 1242011 w 3202545"/>
              <a:gd name="connsiteY12" fmla="*/ 5823008 h 6023366"/>
              <a:gd name="connsiteX13" fmla="*/ 1231918 w 3202545"/>
              <a:gd name="connsiteY13" fmla="*/ 6023365 h 6023366"/>
              <a:gd name="connsiteX14" fmla="*/ 3202545 w 3202545"/>
              <a:gd name="connsiteY14" fmla="*/ 6023365 h 6023366"/>
              <a:gd name="connsiteX15" fmla="*/ 3202545 w 3202545"/>
              <a:gd name="connsiteY15" fmla="*/ 6023366 h 6023366"/>
              <a:gd name="connsiteX16" fmla="*/ 0 w 3202545"/>
              <a:gd name="connsiteY16" fmla="*/ 6023366 h 60233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202545" h="6023366">
                <a:moveTo>
                  <a:pt x="0" y="0"/>
                </a:moveTo>
                <a:lnTo>
                  <a:pt x="3202545" y="0"/>
                </a:lnTo>
                <a:lnTo>
                  <a:pt x="3202545" y="3165406"/>
                </a:lnTo>
                <a:lnTo>
                  <a:pt x="2923656" y="3179481"/>
                </a:lnTo>
                <a:cubicBezTo>
                  <a:pt x="1485615" y="3325450"/>
                  <a:pt x="364096" y="4539349"/>
                  <a:pt x="364096" y="6016124"/>
                </a:cubicBezTo>
                <a:lnTo>
                  <a:pt x="364096" y="6023364"/>
                </a:lnTo>
                <a:lnTo>
                  <a:pt x="1231541" y="6023364"/>
                </a:lnTo>
                <a:lnTo>
                  <a:pt x="1241636" y="5822974"/>
                </a:lnTo>
                <a:cubicBezTo>
                  <a:pt x="1336361" y="4887576"/>
                  <a:pt x="2077946" y="4138236"/>
                  <a:pt x="3012253" y="4042481"/>
                </a:cubicBezTo>
                <a:lnTo>
                  <a:pt x="3202545" y="4032784"/>
                </a:lnTo>
                <a:lnTo>
                  <a:pt x="3202545" y="4033098"/>
                </a:lnTo>
                <a:lnTo>
                  <a:pt x="3012291" y="4042794"/>
                </a:lnTo>
                <a:cubicBezTo>
                  <a:pt x="2078162" y="4138534"/>
                  <a:pt x="1336718" y="4887757"/>
                  <a:pt x="1242011" y="5823008"/>
                </a:cubicBezTo>
                <a:lnTo>
                  <a:pt x="1231918" y="6023365"/>
                </a:lnTo>
                <a:lnTo>
                  <a:pt x="3202545" y="6023365"/>
                </a:lnTo>
                <a:lnTo>
                  <a:pt x="3202545" y="6023366"/>
                </a:lnTo>
                <a:lnTo>
                  <a:pt x="0" y="6023366"/>
                </a:lnTo>
                <a:close/>
              </a:path>
            </a:pathLst>
          </a:custGeom>
          <a:solidFill>
            <a:schemeClr val="accent4"/>
          </a:solidFill>
        </p:spPr>
        <p:txBody>
          <a:bodyPr wrap="square"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9152F76-E42E-3D76-6BDB-2FA0D69216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353550" y="4000041"/>
            <a:ext cx="2838450" cy="2857959"/>
            <a:chOff x="12797096" y="4000041"/>
            <a:chExt cx="2838450" cy="2857959"/>
          </a:xfrm>
        </p:grpSpPr>
        <p:sp>
          <p:nvSpPr>
            <p:cNvPr id="20" name="Freeform: Shape 28">
              <a:extLst>
                <a:ext uri="{FF2B5EF4-FFF2-40B4-BE49-F238E27FC236}">
                  <a16:creationId xmlns:a16="http://schemas.microsoft.com/office/drawing/2014/main" id="{ED0348C7-D83F-0AD7-2539-41219A7956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2797096" y="4000041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/>
            </a:p>
          </p:txBody>
        </p:sp>
        <p:sp>
          <p:nvSpPr>
            <p:cNvPr id="21" name="Freeform: Shape 25">
              <a:extLst>
                <a:ext uri="{FF2B5EF4-FFF2-40B4-BE49-F238E27FC236}">
                  <a16:creationId xmlns:a16="http://schemas.microsoft.com/office/drawing/2014/main" id="{E911AA2D-BE77-278D-CD2E-2EB3E180F3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664918" y="4867733"/>
              <a:ext cx="1970627" cy="1990267"/>
            </a:xfrm>
            <a:custGeom>
              <a:avLst/>
              <a:gdLst>
                <a:gd name="connsiteX0" fmla="*/ 0 w 1970627"/>
                <a:gd name="connsiteY0" fmla="*/ 0 h 1990267"/>
                <a:gd name="connsiteX1" fmla="*/ 1970627 w 1970627"/>
                <a:gd name="connsiteY1" fmla="*/ 0 h 1990267"/>
                <a:gd name="connsiteX2" fmla="*/ 1960534 w 1970627"/>
                <a:gd name="connsiteY2" fmla="*/ 200357 h 1990267"/>
                <a:gd name="connsiteX3" fmla="*/ 190254 w 1970627"/>
                <a:gd name="connsiteY3" fmla="*/ 1980571 h 1990267"/>
                <a:gd name="connsiteX4" fmla="*/ 0 w 1970627"/>
                <a:gd name="connsiteY4" fmla="*/ 1990267 h 199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70627" h="1990267">
                  <a:moveTo>
                    <a:pt x="0" y="0"/>
                  </a:moveTo>
                  <a:lnTo>
                    <a:pt x="1970627" y="0"/>
                  </a:lnTo>
                  <a:lnTo>
                    <a:pt x="1960534" y="200357"/>
                  </a:lnTo>
                  <a:cubicBezTo>
                    <a:pt x="1865827" y="1135608"/>
                    <a:pt x="1124383" y="1884831"/>
                    <a:pt x="190254" y="1980571"/>
                  </a:cubicBezTo>
                  <a:lnTo>
                    <a:pt x="0" y="199026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2" name="Freeform: Shape 15">
              <a:extLst>
                <a:ext uri="{FF2B5EF4-FFF2-40B4-BE49-F238E27FC236}">
                  <a16:creationId xmlns:a16="http://schemas.microsoft.com/office/drawing/2014/main" id="{B6CE0BA6-C0FD-AC39-6C31-8477E0CAFD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4632096" y="5844983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3" name="Image 2">
              <a:extLst>
                <a:ext uri="{FF2B5EF4-FFF2-40B4-BE49-F238E27FC236}">
                  <a16:creationId xmlns:a16="http://schemas.microsoft.com/office/drawing/2014/main" id="{666AD1A4-36DE-12F3-BB78-BA678A5957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402193" y="5492845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44" name="Slide Number Placeholder 2">
            <a:extLst>
              <a:ext uri="{FF2B5EF4-FFF2-40B4-BE49-F238E27FC236}">
                <a16:creationId xmlns:a16="http://schemas.microsoft.com/office/drawing/2014/main" id="{79071EEC-EAD1-8B22-009A-68E74589AA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36204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4">
            <a:extLst>
              <a:ext uri="{FF2B5EF4-FFF2-40B4-BE49-F238E27FC236}">
                <a16:creationId xmlns:a16="http://schemas.microsoft.com/office/drawing/2014/main" id="{28259CF0-6BC5-3693-6F49-C4489C07C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89454" y="-2546"/>
            <a:ext cx="3202546" cy="3441072"/>
          </a:xfrm>
          <a:custGeom>
            <a:avLst/>
            <a:gdLst>
              <a:gd name="connsiteX0" fmla="*/ 3202546 w 3202546"/>
              <a:gd name="connsiteY0" fmla="*/ 0 h 3441072"/>
              <a:gd name="connsiteX1" fmla="*/ 3202546 w 3202546"/>
              <a:gd name="connsiteY1" fmla="*/ 3441072 h 3441072"/>
              <a:gd name="connsiteX2" fmla="*/ 0 w 3202546"/>
              <a:gd name="connsiteY2" fmla="*/ 3441072 h 3441072"/>
              <a:gd name="connsiteX3" fmla="*/ 3082686 w 3202546"/>
              <a:gd name="connsiteY3" fmla="*/ 6086 h 3441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41072">
                <a:moveTo>
                  <a:pt x="3202546" y="0"/>
                </a:moveTo>
                <a:lnTo>
                  <a:pt x="3202546" y="3441072"/>
                </a:lnTo>
                <a:lnTo>
                  <a:pt x="0" y="3441072"/>
                </a:lnTo>
                <a:cubicBezTo>
                  <a:pt x="0" y="1653352"/>
                  <a:pt x="1351216" y="182908"/>
                  <a:pt x="3082686" y="6086"/>
                </a:cubicBezTo>
                <a:close/>
              </a:path>
            </a:pathLst>
          </a:custGeom>
          <a:solidFill>
            <a:schemeClr val="accent1"/>
          </a:solidFill>
          <a:ln w="4756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6" name="Image 4">
            <a:extLst>
              <a:ext uri="{FF2B5EF4-FFF2-40B4-BE49-F238E27FC236}">
                <a16:creationId xmlns:a16="http://schemas.microsoft.com/office/drawing/2014/main" id="{9019DA73-2516-F3D2-ECDB-620C90483D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9991725" y="1247775"/>
            <a:ext cx="2200275" cy="2181225"/>
          </a:xfrm>
          <a:custGeom>
            <a:avLst/>
            <a:gdLst>
              <a:gd name="connsiteX0" fmla="*/ 0 w 2200275"/>
              <a:gd name="connsiteY0" fmla="*/ 0 h 2181225"/>
              <a:gd name="connsiteX1" fmla="*/ 2200275 w 2200275"/>
              <a:gd name="connsiteY1" fmla="*/ 2181225 h 2181225"/>
              <a:gd name="connsiteX2" fmla="*/ 2200275 w 2200275"/>
              <a:gd name="connsiteY2" fmla="*/ 0 h 2181225"/>
              <a:gd name="connsiteX3" fmla="*/ 0 w 2200275"/>
              <a:gd name="connsiteY3" fmla="*/ 0 h 2181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00275" h="2181225">
                <a:moveTo>
                  <a:pt x="0" y="0"/>
                </a:moveTo>
                <a:cubicBezTo>
                  <a:pt x="0" y="1204689"/>
                  <a:pt x="985061" y="2181225"/>
                  <a:pt x="2200275" y="2181225"/>
                </a:cubicBezTo>
                <a:lnTo>
                  <a:pt x="2200275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 w="476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5665DA82-D253-8EC5-5DFB-F0266ED9FB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-20086" y="5331514"/>
            <a:ext cx="2148416" cy="1526486"/>
          </a:xfrm>
          <a:custGeom>
            <a:avLst/>
            <a:gdLst>
              <a:gd name="connsiteX0" fmla="*/ 0 w 2148416"/>
              <a:gd name="connsiteY0" fmla="*/ 1526486 h 1526486"/>
              <a:gd name="connsiteX1" fmla="*/ 2098930 w 2148416"/>
              <a:gd name="connsiteY1" fmla="*/ 135201 h 1526486"/>
              <a:gd name="connsiteX2" fmla="*/ 2148416 w 2148416"/>
              <a:gd name="connsiteY2" fmla="*/ 0 h 1526486"/>
              <a:gd name="connsiteX3" fmla="*/ 0 w 2148416"/>
              <a:gd name="connsiteY3" fmla="*/ 0 h 1526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48416" h="1526486">
                <a:moveTo>
                  <a:pt x="0" y="1526486"/>
                </a:moveTo>
                <a:cubicBezTo>
                  <a:pt x="943526" y="1526486"/>
                  <a:pt x="1753109" y="952785"/>
                  <a:pt x="2098930" y="135201"/>
                </a:cubicBezTo>
                <a:lnTo>
                  <a:pt x="2148416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>
              <a:alpha val="50000"/>
            </a:schemeClr>
          </a:solidFill>
          <a:ln w="508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pic>
        <p:nvPicPr>
          <p:cNvPr id="21" name="Image 2">
            <a:extLst>
              <a:ext uri="{FF2B5EF4-FFF2-40B4-BE49-F238E27FC236}">
                <a16:creationId xmlns:a16="http://schemas.microsoft.com/office/drawing/2014/main" id="{A8B7F1F1-806C-8D65-7340-220A0C4653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 rot="5400000">
            <a:off x="9991886" y="1247775"/>
            <a:ext cx="2200114" cy="2200114"/>
          </a:xfrm>
          <a:prstGeom prst="rect">
            <a:avLst/>
          </a:prstGeom>
        </p:spPr>
      </p:pic>
      <p:sp>
        <p:nvSpPr>
          <p:cNvPr id="12" name="Freeform 11">
            <a:extLst>
              <a:ext uri="{FF2B5EF4-FFF2-40B4-BE49-F238E27FC236}">
                <a16:creationId xmlns:a16="http://schemas.microsoft.com/office/drawing/2014/main" id="{E76518D4-6149-BA03-3BE5-6A13A792C1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540428" y="6470488"/>
            <a:ext cx="775021" cy="387513"/>
          </a:xfrm>
          <a:custGeom>
            <a:avLst/>
            <a:gdLst>
              <a:gd name="connsiteX0" fmla="*/ 387511 w 775021"/>
              <a:gd name="connsiteY0" fmla="*/ 0 h 387513"/>
              <a:gd name="connsiteX1" fmla="*/ 775021 w 775021"/>
              <a:gd name="connsiteY1" fmla="*/ 387511 h 387513"/>
              <a:gd name="connsiteX2" fmla="*/ 775021 w 775021"/>
              <a:gd name="connsiteY2" fmla="*/ 387513 h 387513"/>
              <a:gd name="connsiteX3" fmla="*/ 1 w 775021"/>
              <a:gd name="connsiteY3" fmla="*/ 387513 h 387513"/>
              <a:gd name="connsiteX4" fmla="*/ 0 w 775021"/>
              <a:gd name="connsiteY4" fmla="*/ 387511 h 387513"/>
              <a:gd name="connsiteX5" fmla="*/ 387511 w 775021"/>
              <a:gd name="connsiteY5" fmla="*/ 0 h 3875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75021" h="387513">
                <a:moveTo>
                  <a:pt x="387511" y="0"/>
                </a:moveTo>
                <a:cubicBezTo>
                  <a:pt x="601527" y="0"/>
                  <a:pt x="775021" y="173494"/>
                  <a:pt x="775021" y="387511"/>
                </a:cubicBezTo>
                <a:lnTo>
                  <a:pt x="775021" y="387513"/>
                </a:lnTo>
                <a:lnTo>
                  <a:pt x="1" y="387513"/>
                </a:lnTo>
                <a:lnTo>
                  <a:pt x="0" y="387511"/>
                </a:lnTo>
                <a:cubicBezTo>
                  <a:pt x="0" y="173494"/>
                  <a:pt x="173494" y="0"/>
                  <a:pt x="387511" y="0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057274"/>
            <a:ext cx="7843837" cy="1012782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58F56A7F-403C-059D-4B58-A8D59888A158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14400" y="2331791"/>
            <a:ext cx="6903076" cy="3721817"/>
          </a:xfrm>
        </p:spPr>
        <p:txBody>
          <a:bodyPr t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723BF40-731C-2A5B-FC2F-B59DEF431C6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989454" y="3405189"/>
            <a:ext cx="3202546" cy="3452811"/>
          </a:xfrm>
          <a:solidFill>
            <a:schemeClr val="accent1"/>
          </a:solidFill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3ACD3A33-D8A4-7058-9798-30967E3EFD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71045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1">
            <a:extLst>
              <a:ext uri="{FF2B5EF4-FFF2-40B4-BE49-F238E27FC236}">
                <a16:creationId xmlns:a16="http://schemas.microsoft.com/office/drawing/2014/main" id="{D014917C-8694-B4A4-A211-0F31F00E2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1550562" cy="2545382"/>
          </a:xfrm>
          <a:custGeom>
            <a:avLst/>
            <a:gdLst>
              <a:gd name="connsiteX0" fmla="*/ 683117 w 1550562"/>
              <a:gd name="connsiteY0" fmla="*/ 0 h 2545382"/>
              <a:gd name="connsiteX1" fmla="*/ 1550562 w 1550562"/>
              <a:gd name="connsiteY1" fmla="*/ 0 h 2545382"/>
              <a:gd name="connsiteX2" fmla="*/ 1550562 w 1550562"/>
              <a:gd name="connsiteY2" fmla="*/ 7240 h 2545382"/>
              <a:gd name="connsiteX3" fmla="*/ 221868 w 1550562"/>
              <a:gd name="connsiteY3" fmla="*/ 2418735 h 2545382"/>
              <a:gd name="connsiteX4" fmla="*/ 0 w 1550562"/>
              <a:gd name="connsiteY4" fmla="*/ 2545382 h 2545382"/>
              <a:gd name="connsiteX5" fmla="*/ 0 w 1550562"/>
              <a:gd name="connsiteY5" fmla="*/ 1500516 h 2545382"/>
              <a:gd name="connsiteX6" fmla="*/ 102557 w 1550562"/>
              <a:gd name="connsiteY6" fmla="*/ 1405503 h 2545382"/>
              <a:gd name="connsiteX7" fmla="*/ 673022 w 1550562"/>
              <a:gd name="connsiteY7" fmla="*/ 200390 h 2545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50562" h="2545382">
                <a:moveTo>
                  <a:pt x="683117" y="0"/>
                </a:moveTo>
                <a:lnTo>
                  <a:pt x="1550562" y="0"/>
                </a:lnTo>
                <a:lnTo>
                  <a:pt x="1550562" y="7240"/>
                </a:lnTo>
                <a:cubicBezTo>
                  <a:pt x="1550562" y="1022523"/>
                  <a:pt x="1020469" y="1913556"/>
                  <a:pt x="221868" y="2418735"/>
                </a:cubicBezTo>
                <a:lnTo>
                  <a:pt x="0" y="2545382"/>
                </a:lnTo>
                <a:lnTo>
                  <a:pt x="0" y="1500516"/>
                </a:lnTo>
                <a:lnTo>
                  <a:pt x="102557" y="1405503"/>
                </a:lnTo>
                <a:cubicBezTo>
                  <a:pt x="416582" y="1089274"/>
                  <a:pt x="625660" y="668089"/>
                  <a:pt x="673022" y="20039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A7DB6972-BB75-254A-BA88-C0C3E6E93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1"/>
            <a:ext cx="682740" cy="1500050"/>
          </a:xfrm>
          <a:custGeom>
            <a:avLst/>
            <a:gdLst>
              <a:gd name="connsiteX0" fmla="*/ 0 w 682740"/>
              <a:gd name="connsiteY0" fmla="*/ 0 h 1500050"/>
              <a:gd name="connsiteX1" fmla="*/ 682740 w 682740"/>
              <a:gd name="connsiteY1" fmla="*/ 0 h 1500050"/>
              <a:gd name="connsiteX2" fmla="*/ 672647 w 682740"/>
              <a:gd name="connsiteY2" fmla="*/ 200357 h 1500050"/>
              <a:gd name="connsiteX3" fmla="*/ 102290 w 682740"/>
              <a:gd name="connsiteY3" fmla="*/ 1405281 h 1500050"/>
              <a:gd name="connsiteX4" fmla="*/ 0 w 682740"/>
              <a:gd name="connsiteY4" fmla="*/ 1500050 h 15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2740" h="1500050">
                <a:moveTo>
                  <a:pt x="0" y="0"/>
                </a:moveTo>
                <a:lnTo>
                  <a:pt x="682740" y="0"/>
                </a:lnTo>
                <a:lnTo>
                  <a:pt x="672647" y="200357"/>
                </a:lnTo>
                <a:cubicBezTo>
                  <a:pt x="625294" y="667983"/>
                  <a:pt x="416256" y="1089101"/>
                  <a:pt x="102290" y="1405281"/>
                </a:cubicBezTo>
                <a:lnTo>
                  <a:pt x="0" y="15000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0" name="Image 2">
            <a:extLst>
              <a:ext uri="{FF2B5EF4-FFF2-40B4-BE49-F238E27FC236}">
                <a16:creationId xmlns:a16="http://schemas.microsoft.com/office/drawing/2014/main" id="{790E862E-398F-571C-EC2C-3D17164DE0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0445" y="314191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C975BF2-D657-C309-269D-B8D0062631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0563" y="1089213"/>
            <a:ext cx="9879437" cy="980844"/>
          </a:xfrm>
        </p:spPr>
        <p:txBody>
          <a:bodyPr tIns="0" bIns="0"/>
          <a:lstStyle>
            <a:lvl1pPr algn="l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Text Placeholder 54">
            <a:extLst>
              <a:ext uri="{FF2B5EF4-FFF2-40B4-BE49-F238E27FC236}">
                <a16:creationId xmlns:a16="http://schemas.microsoft.com/office/drawing/2014/main" id="{A0AEB4DF-13C8-8171-2BDB-FD1AD542E78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50564" y="2331958"/>
            <a:ext cx="2975217" cy="3704266"/>
          </a:xfrm>
        </p:spPr>
        <p:txBody>
          <a:bodyPr lIns="91440" tIns="0" rIns="91440" bIns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/>
            </a:lvl1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2134EBA-AF32-9F8A-370F-0D3E842F039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087154" y="2331791"/>
            <a:ext cx="6345893" cy="3721817"/>
          </a:xfrm>
        </p:spPr>
        <p:txBody>
          <a:bodyPr lIns="91440" rIns="9144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AE99A73D-155B-A133-9671-506F54A055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39588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raphic 28">
            <a:extLst>
              <a:ext uri="{FF2B5EF4-FFF2-40B4-BE49-F238E27FC236}">
                <a16:creationId xmlns:a16="http://schemas.microsoft.com/office/drawing/2014/main" id="{D5595DD5-43B0-252F-8BC6-6B74340C5B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193"/>
          <a:stretch/>
        </p:blipFill>
        <p:spPr>
          <a:xfrm>
            <a:off x="1" y="-1"/>
            <a:ext cx="443344" cy="6856025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550564" y="1057274"/>
            <a:ext cx="9875463" cy="999746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9" name="Freeform 48">
            <a:extLst>
              <a:ext uri="{FF2B5EF4-FFF2-40B4-BE49-F238E27FC236}">
                <a16:creationId xmlns:a16="http://schemas.microsoft.com/office/drawing/2014/main" id="{BC3A3767-6C5E-8188-0A49-955BBACE37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-3" y="4420134"/>
            <a:ext cx="1293237" cy="2437866"/>
          </a:xfrm>
          <a:custGeom>
            <a:avLst/>
            <a:gdLst>
              <a:gd name="connsiteX0" fmla="*/ 1293237 w 1293237"/>
              <a:gd name="connsiteY0" fmla="*/ 2437866 h 2437866"/>
              <a:gd name="connsiteX1" fmla="*/ 1292465 w 1293237"/>
              <a:gd name="connsiteY1" fmla="*/ 2437373 h 2437866"/>
              <a:gd name="connsiteX2" fmla="*/ 0 w 1293237"/>
              <a:gd name="connsiteY2" fmla="*/ 0 h 2437866"/>
              <a:gd name="connsiteX3" fmla="*/ 1293237 w 1293237"/>
              <a:gd name="connsiteY3" fmla="*/ 0 h 2437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93237" h="2437866">
                <a:moveTo>
                  <a:pt x="1293237" y="2437866"/>
                </a:moveTo>
                <a:lnTo>
                  <a:pt x="1292465" y="2437373"/>
                </a:lnTo>
                <a:cubicBezTo>
                  <a:pt x="511725" y="1903845"/>
                  <a:pt x="0" y="1011184"/>
                  <a:pt x="0" y="0"/>
                </a:cubicBezTo>
                <a:lnTo>
                  <a:pt x="1293237" y="0"/>
                </a:lnTo>
                <a:close/>
              </a:path>
            </a:pathLst>
          </a:custGeom>
          <a:solidFill>
            <a:schemeClr val="accent1"/>
          </a:solidFill>
          <a:ln w="476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E4BD7F71-D12B-4F27-1505-FF681CF55F7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550564" y="2303028"/>
            <a:ext cx="5829147" cy="3961593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B87C65D-4EF3-18C8-18A8-477F87A37E51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7940842" y="2303028"/>
            <a:ext cx="3485184" cy="3961593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7" name="Slide Number Placeholder 2">
            <a:extLst>
              <a:ext uri="{FF2B5EF4-FFF2-40B4-BE49-F238E27FC236}">
                <a16:creationId xmlns:a16="http://schemas.microsoft.com/office/drawing/2014/main" id="{AEFFA34C-885D-E995-D8F9-B4ACFBF311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3" name="Graphic 42">
            <a:extLst>
              <a:ext uri="{FF2B5EF4-FFF2-40B4-BE49-F238E27FC236}">
                <a16:creationId xmlns:a16="http://schemas.microsoft.com/office/drawing/2014/main" id="{C6639AD7-128F-B39D-B45F-0F22A2C6D6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193"/>
          <a:stretch/>
        </p:blipFill>
        <p:spPr>
          <a:xfrm rot="5400000">
            <a:off x="6072641" y="-5676015"/>
            <a:ext cx="443344" cy="11795374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pic>
        <p:nvPicPr>
          <p:cNvPr id="54" name="Graphic 53">
            <a:extLst>
              <a:ext uri="{FF2B5EF4-FFF2-40B4-BE49-F238E27FC236}">
                <a16:creationId xmlns:a16="http://schemas.microsoft.com/office/drawing/2014/main" id="{48479A23-C29C-C711-510C-05B69B8822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1443" r="10857"/>
          <a:stretch/>
        </p:blipFill>
        <p:spPr>
          <a:xfrm rot="16200000">
            <a:off x="-6447" y="6444"/>
            <a:ext cx="1961253" cy="1948364"/>
          </a:xfrm>
          <a:custGeom>
            <a:avLst/>
            <a:gdLst>
              <a:gd name="connsiteX0" fmla="*/ 1961253 w 1961253"/>
              <a:gd name="connsiteY0" fmla="*/ 0 h 1948364"/>
              <a:gd name="connsiteX1" fmla="*/ 1961253 w 1961253"/>
              <a:gd name="connsiteY1" fmla="*/ 1948364 h 1948364"/>
              <a:gd name="connsiteX2" fmla="*/ 0 w 1961253"/>
              <a:gd name="connsiteY2" fmla="*/ 1948364 h 1948364"/>
              <a:gd name="connsiteX3" fmla="*/ 0 w 1961253"/>
              <a:gd name="connsiteY3" fmla="*/ 0 h 19483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61253" h="1948364">
                <a:moveTo>
                  <a:pt x="1961253" y="0"/>
                </a:moveTo>
                <a:lnTo>
                  <a:pt x="1961253" y="1948364"/>
                </a:lnTo>
                <a:lnTo>
                  <a:pt x="0" y="1948364"/>
                </a:ln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7" name="Image 2">
            <a:extLst>
              <a:ext uri="{FF2B5EF4-FFF2-40B4-BE49-F238E27FC236}">
                <a16:creationId xmlns:a16="http://schemas.microsoft.com/office/drawing/2014/main" id="{F3DC42FA-4B8F-2EFC-CAB4-1CCAB93BEB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96626" y="4929577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66507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0"/>
            <a:ext cx="12216063" cy="3467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10511627" cy="1012785"/>
          </a:xfrm>
        </p:spPr>
        <p:txBody>
          <a:bodyPr tIns="0" bIns="0"/>
          <a:lstStyle>
            <a:lvl1pPr algn="ctr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4" name="Content Placeholder 5">
            <a:extLst>
              <a:ext uri="{FF2B5EF4-FFF2-40B4-BE49-F238E27FC236}">
                <a16:creationId xmlns:a16="http://schemas.microsoft.com/office/drawing/2014/main" id="{4D6DED8E-165F-59D7-F01C-4EF0446E5FC0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914400" y="2316067"/>
            <a:ext cx="10511627" cy="3948557"/>
          </a:xfrm>
        </p:spPr>
        <p:txBody>
          <a:bodyPr lIns="91440" tIns="91440" rIns="91440" bIns="9144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Slide Number Placeholder 2">
            <a:extLst>
              <a:ext uri="{FF2B5EF4-FFF2-40B4-BE49-F238E27FC236}">
                <a16:creationId xmlns:a16="http://schemas.microsoft.com/office/drawing/2014/main" id="{2933FDAB-13EE-5F9F-5DFC-A5A60BC636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75081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EF1F750-031C-BDB7-BD7B-9CBE17406F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948738" cy="6858000"/>
          </a:xfrm>
          <a:custGeom>
            <a:avLst/>
            <a:gdLst>
              <a:gd name="connsiteX0" fmla="*/ 0 w 8948738"/>
              <a:gd name="connsiteY0" fmla="*/ 0 h 6858000"/>
              <a:gd name="connsiteX1" fmla="*/ 5932941 w 8948738"/>
              <a:gd name="connsiteY1" fmla="*/ 0 h 6858000"/>
              <a:gd name="connsiteX2" fmla="*/ 6047310 w 8948738"/>
              <a:gd name="connsiteY2" fmla="*/ 14613 h 6858000"/>
              <a:gd name="connsiteX3" fmla="*/ 8948738 w 8948738"/>
              <a:gd name="connsiteY3" fmla="*/ 3416480 h 6858000"/>
              <a:gd name="connsiteX4" fmla="*/ 5702202 w 8948738"/>
              <a:gd name="connsiteY4" fmla="*/ 6853523 h 6858000"/>
              <a:gd name="connsiteX5" fmla="*/ 5526113 w 8948738"/>
              <a:gd name="connsiteY5" fmla="*/ 6858000 h 6858000"/>
              <a:gd name="connsiteX6" fmla="*/ 0 w 8948738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948738" h="6858000">
                <a:moveTo>
                  <a:pt x="0" y="0"/>
                </a:moveTo>
                <a:lnTo>
                  <a:pt x="5932941" y="0"/>
                </a:lnTo>
                <a:lnTo>
                  <a:pt x="6047310" y="14613"/>
                </a:lnTo>
                <a:cubicBezTo>
                  <a:pt x="7690210" y="267026"/>
                  <a:pt x="8948738" y="1693971"/>
                  <a:pt x="8948738" y="3416480"/>
                </a:cubicBezTo>
                <a:cubicBezTo>
                  <a:pt x="8948738" y="5257788"/>
                  <a:pt x="7510634" y="6761349"/>
                  <a:pt x="5702202" y="6853523"/>
                </a:cubicBezTo>
                <a:lnTo>
                  <a:pt x="552611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 w="476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FEB515B5-2D9F-58E1-6E3C-CCBF105D89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527501" y="0"/>
            <a:ext cx="4671276" cy="6857999"/>
          </a:xfrm>
          <a:custGeom>
            <a:avLst/>
            <a:gdLst>
              <a:gd name="connsiteX0" fmla="*/ 3416476 w 4653374"/>
              <a:gd name="connsiteY0" fmla="*/ 0 h 6831717"/>
              <a:gd name="connsiteX1" fmla="*/ 4653374 w 4653374"/>
              <a:gd name="connsiteY1" fmla="*/ 0 h 6831717"/>
              <a:gd name="connsiteX2" fmla="*/ 4653374 w 4653374"/>
              <a:gd name="connsiteY2" fmla="*/ 6831717 h 6831717"/>
              <a:gd name="connsiteX3" fmla="*/ 3416476 w 4653374"/>
              <a:gd name="connsiteY3" fmla="*/ 6831717 h 6831717"/>
              <a:gd name="connsiteX4" fmla="*/ 0 w 4653374"/>
              <a:gd name="connsiteY4" fmla="*/ 3415863 h 6831717"/>
              <a:gd name="connsiteX5" fmla="*/ 3416476 w 4653374"/>
              <a:gd name="connsiteY5" fmla="*/ 0 h 68317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53374" h="6831717">
                <a:moveTo>
                  <a:pt x="3416476" y="0"/>
                </a:moveTo>
                <a:lnTo>
                  <a:pt x="4653374" y="0"/>
                </a:lnTo>
                <a:lnTo>
                  <a:pt x="4653374" y="6831717"/>
                </a:lnTo>
                <a:lnTo>
                  <a:pt x="3416476" y="6831717"/>
                </a:lnTo>
                <a:cubicBezTo>
                  <a:pt x="1529612" y="6831717"/>
                  <a:pt x="0" y="5302406"/>
                  <a:pt x="0" y="3415863"/>
                </a:cubicBezTo>
                <a:cubicBezTo>
                  <a:pt x="0" y="1529335"/>
                  <a:pt x="1529607" y="0"/>
                  <a:pt x="3416476" y="0"/>
                </a:cubicBezTo>
                <a:close/>
              </a:path>
            </a:pathLst>
          </a:custGeom>
          <a:solidFill>
            <a:schemeClr val="accent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9" name="Image 2">
            <a:extLst>
              <a:ext uri="{FF2B5EF4-FFF2-40B4-BE49-F238E27FC236}">
                <a16:creationId xmlns:a16="http://schemas.microsoft.com/office/drawing/2014/main" id="{5CCFEDF9-5B69-87BA-8A33-35033DA401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8766586" y="0"/>
            <a:ext cx="3432191" cy="343219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14401" y="849782"/>
            <a:ext cx="5715000" cy="2727709"/>
          </a:xfrm>
        </p:spPr>
        <p:txBody>
          <a:bodyPr tIns="0" bIns="0"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86F10CB4-CF79-A942-DA9C-04CBB7C89DC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4401" y="3813606"/>
            <a:ext cx="5715000" cy="2234642"/>
          </a:xfrm>
        </p:spPr>
        <p:txBody>
          <a:bodyPr lIns="91440" tIns="0" rIns="91440" bIns="0" anchor="t" anchorCtr="0">
            <a:normAutofit/>
          </a:bodyPr>
          <a:lstStyle>
            <a:lvl1pPr marL="0" indent="0" algn="l">
              <a:spcBef>
                <a:spcPts val="576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23728988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C6B5F91-ABF5-D0B6-E43F-40CEDC3A6D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52D64F1-27B6-A1E5-4F44-A6029FAB30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 anchor="ctr" anchorCtr="0"/>
          <a:lstStyle/>
          <a:p>
            <a:r>
              <a:rPr lang="en-US" dirty="0"/>
              <a:t>Click to add title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18684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626DE4B-D4E5-B36A-89FA-7C0E87AFC3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95243571-BE64-3777-F992-88FC43A605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118286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DFAE2CB-0EAD-E788-FCB7-FB12F69391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58952" y="758952"/>
            <a:ext cx="3932237" cy="1524662"/>
          </a:xfrm>
        </p:spPr>
        <p:txBody>
          <a:bodyPr anchor="b"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758952" y="2286000"/>
            <a:ext cx="3932237" cy="356708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183187" y="741459"/>
            <a:ext cx="6242839" cy="511959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450055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AA6B609-D718-DB49-892F-7E49376CC9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0938" y="755372"/>
            <a:ext cx="3931920" cy="1527048"/>
          </a:xfrm>
        </p:spPr>
        <p:txBody>
          <a:bodyPr anchor="b"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760938" y="2286001"/>
            <a:ext cx="3931920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5262700" y="987425"/>
            <a:ext cx="6172200" cy="4873625"/>
          </a:xfrm>
        </p:spPr>
        <p:txBody>
          <a:bodyPr anchor="t">
            <a:normAutofit/>
          </a:bodyPr>
          <a:lstStyle>
            <a:lvl1pPr marL="0" indent="0" algn="ctr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2346700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38475" y="457199"/>
            <a:ext cx="987552" cy="244503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sz="1200">
                <a:solidFill>
                  <a:schemeClr val="accent6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8952" y="731520"/>
            <a:ext cx="10671048" cy="1362057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8952" y="2103120"/>
            <a:ext cx="1067104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833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63" r:id="rId2"/>
    <p:sldLayoutId id="2147483680" r:id="rId3"/>
    <p:sldLayoutId id="2147483653" r:id="rId4"/>
    <p:sldLayoutId id="2147483668" r:id="rId5"/>
    <p:sldLayoutId id="2147483685" r:id="rId6"/>
    <p:sldLayoutId id="2147483686" r:id="rId7"/>
    <p:sldLayoutId id="2147483687" r:id="rId8"/>
    <p:sldLayoutId id="2147483688" r:id="rId9"/>
    <p:sldLayoutId id="2147483689" r:id="rId10"/>
    <p:sldLayoutId id="2147483691" r:id="rId11"/>
    <p:sldLayoutId id="2147483692" r:id="rId12"/>
    <p:sldLayoutId id="2147483676" r:id="rId13"/>
    <p:sldLayoutId id="2147483656" r:id="rId14"/>
    <p:sldLayoutId id="2147483657" r:id="rId15"/>
    <p:sldLayoutId id="2147483658" r:id="rId16"/>
    <p:sldLayoutId id="2147483659" r:id="rId17"/>
  </p:sldLayoutIdLst>
  <p:hf hdr="0" ftr="0" dt="0"/>
  <p:txStyles>
    <p:titleStyle>
      <a:lvl1pPr algn="ctr" defTabSz="914400" rtl="0" eaLnBrk="1" latinLnBrk="0" hangingPunct="1">
        <a:lnSpc>
          <a:spcPts val="4875"/>
        </a:lnSpc>
        <a:spcBef>
          <a:spcPct val="0"/>
        </a:spcBef>
        <a:buNone/>
        <a:defRPr sz="3800" b="1" kern="1200" cap="all" baseline="0">
          <a:solidFill>
            <a:schemeClr val="accent6"/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800" kern="1200">
          <a:solidFill>
            <a:schemeClr val="accent6"/>
          </a:solidFill>
          <a:latin typeface="+mn-lt"/>
          <a:ea typeface="+mn-ea"/>
          <a:cs typeface="+mn-cs"/>
        </a:defRPr>
      </a:lvl1pPr>
      <a:lvl2pPr marL="6858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400" kern="1200">
          <a:solidFill>
            <a:schemeClr val="accent6"/>
          </a:solidFill>
          <a:latin typeface="+mn-lt"/>
          <a:ea typeface="+mn-ea"/>
          <a:cs typeface="+mn-cs"/>
        </a:defRPr>
      </a:lvl2pPr>
      <a:lvl3pPr marL="11430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000" kern="1200">
          <a:solidFill>
            <a:schemeClr val="accent6"/>
          </a:solidFill>
          <a:latin typeface="+mn-lt"/>
          <a:ea typeface="+mn-ea"/>
          <a:cs typeface="+mn-cs"/>
        </a:defRPr>
      </a:lvl3pPr>
      <a:lvl4pPr marL="16002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+mn-lt"/>
          <a:ea typeface="+mn-ea"/>
          <a:cs typeface="+mn-cs"/>
        </a:defRPr>
      </a:lvl4pPr>
      <a:lvl5pPr marL="20574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72.png"/><Relationship Id="rId5" Type="http://schemas.openxmlformats.org/officeDocument/2006/relationships/image" Target="../media/image71.png"/><Relationship Id="rId4" Type="http://schemas.openxmlformats.org/officeDocument/2006/relationships/image" Target="../media/image70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1A6BE26F-E071-4777-979A-DBB0F0DC0774}"/>
              </a:ext>
            </a:extLst>
          </p:cNvPr>
          <p:cNvSpPr txBox="1"/>
          <p:nvPr/>
        </p:nvSpPr>
        <p:spPr>
          <a:xfrm>
            <a:off x="1814628" y="1168510"/>
            <a:ext cx="911762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Navigating The Future of Online Shopping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81845F-58E3-026D-20E7-F44A28A724CC}"/>
              </a:ext>
            </a:extLst>
          </p:cNvPr>
          <p:cNvSpPr txBox="1"/>
          <p:nvPr/>
        </p:nvSpPr>
        <p:spPr>
          <a:xfrm>
            <a:off x="2746612" y="2442583"/>
            <a:ext cx="72536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Ecommerce Analysis Using Python and SQL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30876B5-A1EB-39C6-582D-2B9193628E87}"/>
              </a:ext>
            </a:extLst>
          </p:cNvPr>
          <p:cNvSpPr txBox="1"/>
          <p:nvPr/>
        </p:nvSpPr>
        <p:spPr>
          <a:xfrm>
            <a:off x="5008748" y="6262075"/>
            <a:ext cx="1916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Shreyash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Kale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7B3C2D-FB00-E395-7AB2-2206DDD18691}"/>
              </a:ext>
            </a:extLst>
          </p:cNvPr>
          <p:cNvSpPr txBox="1"/>
          <p:nvPr/>
        </p:nvSpPr>
        <p:spPr>
          <a:xfrm>
            <a:off x="2646484" y="3531990"/>
            <a:ext cx="808892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SQL (MySQL) – Data Extraction, Querying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(Pandas, Matplotlib) – Data Analysis, Visualization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VsCode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Implementation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Workflow – Data Cleaning &gt; Analysis &gt; Visualization &gt; Insights</a:t>
            </a:r>
          </a:p>
        </p:txBody>
      </p:sp>
    </p:spTree>
    <p:extLst>
      <p:ext uri="{BB962C8B-B14F-4D97-AF65-F5344CB8AC3E}">
        <p14:creationId xmlns:p14="http://schemas.microsoft.com/office/powerpoint/2010/main" val="24980216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50644A-3D01-1EE0-C7B1-58F7168F3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5238D17-A58E-6FB0-A97B-0950CFA865E8}"/>
              </a:ext>
            </a:extLst>
          </p:cNvPr>
          <p:cNvSpPr txBox="1"/>
          <p:nvPr/>
        </p:nvSpPr>
        <p:spPr>
          <a:xfrm>
            <a:off x="4218842" y="879231"/>
            <a:ext cx="37543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About Company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E1AC91-2A37-A349-5005-758888C60700}"/>
              </a:ext>
            </a:extLst>
          </p:cNvPr>
          <p:cNvSpPr txBox="1"/>
          <p:nvPr/>
        </p:nvSpPr>
        <p:spPr>
          <a:xfrm>
            <a:off x="1503485" y="2664069"/>
            <a:ext cx="1007598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dataset captures transactional data from a multi-category e-commerce platform that connects customers and sellers across diverse regions. The platform supports a broad product catalog and flexible payment options, including installment plans.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 competition in the e-commerce landscape intensifies, analyzing customer behavior, sales performance, and seller contributions becomes essential for driving sustainable business growth.</a:t>
            </a:r>
          </a:p>
        </p:txBody>
      </p:sp>
    </p:spTree>
    <p:extLst>
      <p:ext uri="{BB962C8B-B14F-4D97-AF65-F5344CB8AC3E}">
        <p14:creationId xmlns:p14="http://schemas.microsoft.com/office/powerpoint/2010/main" val="23075205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EBEF3-36C2-029D-9AE5-CD3778EB8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A1188A8-6B3F-F2E0-EA44-795348B40D7D}"/>
              </a:ext>
            </a:extLst>
          </p:cNvPr>
          <p:cNvSpPr txBox="1"/>
          <p:nvPr/>
        </p:nvSpPr>
        <p:spPr>
          <a:xfrm>
            <a:off x="4322048" y="867927"/>
            <a:ext cx="38962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Insights - Basics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F4118D-C074-468D-1B7C-5C9CAA441CBE}"/>
              </a:ext>
            </a:extLst>
          </p:cNvPr>
          <p:cNvSpPr txBox="1"/>
          <p:nvPr/>
        </p:nvSpPr>
        <p:spPr>
          <a:xfrm>
            <a:off x="1894114" y="1752443"/>
            <a:ext cx="87521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Objective: Extract fundamental insights from the dataset.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D22193-3B34-9602-6728-8BE2F08CA34B}"/>
              </a:ext>
            </a:extLst>
          </p:cNvPr>
          <p:cNvSpPr txBox="1"/>
          <p:nvPr/>
        </p:nvSpPr>
        <p:spPr>
          <a:xfrm>
            <a:off x="2008414" y="2922462"/>
            <a:ext cx="99441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Unique cities where customers are located – 4119 cities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Number of orders placed in 2017 – 45,101 orders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sales per category – health &amp; Beauty  Rs 1.25m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Percentage of orders paid in installments – 51.46%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Number of customers from each state – SP leads with 41,746</a:t>
            </a:r>
          </a:p>
        </p:txBody>
      </p:sp>
    </p:spTree>
    <p:extLst>
      <p:ext uri="{BB962C8B-B14F-4D97-AF65-F5344CB8AC3E}">
        <p14:creationId xmlns:p14="http://schemas.microsoft.com/office/powerpoint/2010/main" val="30668889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5A88B-1CF4-4489-42D1-7A6063A98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44ADDBAB-59A5-533B-BEF6-FB28AF89C65B}"/>
              </a:ext>
            </a:extLst>
          </p:cNvPr>
          <p:cNvSpPr txBox="1"/>
          <p:nvPr/>
        </p:nvSpPr>
        <p:spPr>
          <a:xfrm>
            <a:off x="2934117" y="432182"/>
            <a:ext cx="75651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Q1. LIST ALL UNIQUE CITIES WHERE CUSTOMERS ARE LOCATED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4979C65-DD6F-2612-8BE0-27C332D74B19}"/>
              </a:ext>
            </a:extLst>
          </p:cNvPr>
          <p:cNvSpPr txBox="1"/>
          <p:nvPr/>
        </p:nvSpPr>
        <p:spPr>
          <a:xfrm>
            <a:off x="2830600" y="1448952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Code: python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899E773-8F8B-639C-2965-88AD60430335}"/>
              </a:ext>
            </a:extLst>
          </p:cNvPr>
          <p:cNvSpPr txBox="1"/>
          <p:nvPr/>
        </p:nvSpPr>
        <p:spPr>
          <a:xfrm>
            <a:off x="9005522" y="1448953"/>
            <a:ext cx="1041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19B53B2-9CFF-14B6-7DE3-43656ECF64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9409" y="4249990"/>
            <a:ext cx="5342083" cy="169292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5A6D326-65C4-BB6D-994D-C4C5AC1F0A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9410" y="1975834"/>
            <a:ext cx="5248928" cy="103163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F0A2C45-5855-1453-4252-8F4BF1DF45F6}"/>
              </a:ext>
            </a:extLst>
          </p:cNvPr>
          <p:cNvSpPr txBox="1"/>
          <p:nvPr/>
        </p:nvSpPr>
        <p:spPr>
          <a:xfrm>
            <a:off x="2468124" y="3275111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2AC449-BAAE-19C0-BC1D-E02F6E4B1A80}"/>
              </a:ext>
            </a:extLst>
          </p:cNvPr>
          <p:cNvSpPr txBox="1"/>
          <p:nvPr/>
        </p:nvSpPr>
        <p:spPr>
          <a:xfrm>
            <a:off x="8759546" y="3219709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E6136F4-6CD1-A337-BA3F-9BF22EE4FC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4980" y="4249990"/>
            <a:ext cx="5082978" cy="176799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71C0544-F1D6-8E72-8500-3B62A5D522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4980" y="1943978"/>
            <a:ext cx="5082978" cy="1063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71901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BBD4D-E882-C80C-45AB-0F9DE83E3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05D65AFC-F83A-E9A2-EA4B-D698866CCF8B}"/>
              </a:ext>
            </a:extLst>
          </p:cNvPr>
          <p:cNvSpPr txBox="1"/>
          <p:nvPr/>
        </p:nvSpPr>
        <p:spPr>
          <a:xfrm>
            <a:off x="3543299" y="457501"/>
            <a:ext cx="65314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Q2. COUNT THE NUMBER OF ORDERS PLACED IN 2017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F2710E8-E5F1-ECD1-8EEC-0543496621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9267" y="2131646"/>
            <a:ext cx="4825717" cy="142004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A71B109-E2D5-CFA6-7C36-759CD73F9F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9267" y="4484381"/>
            <a:ext cx="4825717" cy="142004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22C1077-C044-CED0-2E9D-B6A878D5C6C2}"/>
              </a:ext>
            </a:extLst>
          </p:cNvPr>
          <p:cNvSpPr txBox="1"/>
          <p:nvPr/>
        </p:nvSpPr>
        <p:spPr>
          <a:xfrm>
            <a:off x="2679737" y="1419137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Code: python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F15BAE-F942-8A07-4FA1-5FC822DC1478}"/>
              </a:ext>
            </a:extLst>
          </p:cNvPr>
          <p:cNvSpPr txBox="1"/>
          <p:nvPr/>
        </p:nvSpPr>
        <p:spPr>
          <a:xfrm>
            <a:off x="8951299" y="1330557"/>
            <a:ext cx="1041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5907EF2-C91F-63CB-9E75-121701729D7E}"/>
              </a:ext>
            </a:extLst>
          </p:cNvPr>
          <p:cNvSpPr txBox="1"/>
          <p:nvPr/>
        </p:nvSpPr>
        <p:spPr>
          <a:xfrm>
            <a:off x="2879893" y="3889175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2665776-8A23-6106-4239-98691F97ADE2}"/>
              </a:ext>
            </a:extLst>
          </p:cNvPr>
          <p:cNvSpPr txBox="1"/>
          <p:nvPr/>
        </p:nvSpPr>
        <p:spPr>
          <a:xfrm>
            <a:off x="8705322" y="3889174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256FE32-638D-BBAB-0B6B-462B4D792A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918" y="4478414"/>
            <a:ext cx="4825717" cy="142004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BEB3CE9-BC93-D249-1551-09E469AF71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6918" y="2142057"/>
            <a:ext cx="4825717" cy="1409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3583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33BED-CE9E-D0ED-7C88-68FDF10AC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EE5BD42F-375E-2C5C-D1B9-230C6AB00B2C}"/>
              </a:ext>
            </a:extLst>
          </p:cNvPr>
          <p:cNvSpPr txBox="1"/>
          <p:nvPr/>
        </p:nvSpPr>
        <p:spPr>
          <a:xfrm>
            <a:off x="3917206" y="40812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Q3. FIND THE TOTAL SALES PER CATEGORY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506CCF1-46AF-F55F-E3E2-DAE22A7C11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732" y="1051331"/>
            <a:ext cx="5579655" cy="31336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8D39D73-34E6-F630-0CA4-2C2723C2F6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044" y="4489499"/>
            <a:ext cx="5579655" cy="217311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F499279-87A3-BAB2-00BA-6F166601D028}"/>
              </a:ext>
            </a:extLst>
          </p:cNvPr>
          <p:cNvSpPr txBox="1"/>
          <p:nvPr/>
        </p:nvSpPr>
        <p:spPr>
          <a:xfrm>
            <a:off x="2681131" y="713033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Code: python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711EB2-51C8-7AA7-AD90-C8D6094C9677}"/>
              </a:ext>
            </a:extLst>
          </p:cNvPr>
          <p:cNvSpPr txBox="1"/>
          <p:nvPr/>
        </p:nvSpPr>
        <p:spPr>
          <a:xfrm>
            <a:off x="9005523" y="743554"/>
            <a:ext cx="1041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B231C8-EB56-346E-DD6C-428BE3B44BCD}"/>
              </a:ext>
            </a:extLst>
          </p:cNvPr>
          <p:cNvSpPr txBox="1"/>
          <p:nvPr/>
        </p:nvSpPr>
        <p:spPr>
          <a:xfrm>
            <a:off x="2681131" y="4181722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639ABC-8850-850D-12C2-58242E588173}"/>
              </a:ext>
            </a:extLst>
          </p:cNvPr>
          <p:cNvSpPr txBox="1"/>
          <p:nvPr/>
        </p:nvSpPr>
        <p:spPr>
          <a:xfrm>
            <a:off x="8632291" y="4144060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BE35318-227C-2F98-B685-1111AB36C8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4043" y="1051330"/>
            <a:ext cx="5579655" cy="313039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2DE1B59-EF2C-E1B4-472D-FD70F590D4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732" y="4489499"/>
            <a:ext cx="5579655" cy="2173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61743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E69B1-14A1-8C42-39C7-C2E83FC5BF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23CD35E-95F9-0F78-6113-872E0A0C01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722" y="1549053"/>
            <a:ext cx="5311600" cy="239933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D707B15-5572-618F-3510-59C68B809E12}"/>
              </a:ext>
            </a:extLst>
          </p:cNvPr>
          <p:cNvSpPr txBox="1"/>
          <p:nvPr/>
        </p:nvSpPr>
        <p:spPr>
          <a:xfrm>
            <a:off x="2058176" y="483987"/>
            <a:ext cx="95358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Q4. CALCULATE THE PERCENTAGE OF ORDERS THAT WERE PAID IN INSTALLMENTS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0B61CB8-6DA1-4D6C-5F21-F2732CEB77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723" y="4709181"/>
            <a:ext cx="5311600" cy="115157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A5D4C7E-56E0-AFB7-EFDA-A1B338100BDE}"/>
              </a:ext>
            </a:extLst>
          </p:cNvPr>
          <p:cNvSpPr txBox="1"/>
          <p:nvPr/>
        </p:nvSpPr>
        <p:spPr>
          <a:xfrm>
            <a:off x="2830600" y="997247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Code: python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7E18AD-B426-6A9A-7F1B-C1C9CD8D5517}"/>
              </a:ext>
            </a:extLst>
          </p:cNvPr>
          <p:cNvSpPr txBox="1"/>
          <p:nvPr/>
        </p:nvSpPr>
        <p:spPr>
          <a:xfrm>
            <a:off x="8840455" y="997246"/>
            <a:ext cx="1041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4B3117-6290-EEC3-7C92-E511C3F62509}"/>
              </a:ext>
            </a:extLst>
          </p:cNvPr>
          <p:cNvSpPr txBox="1"/>
          <p:nvPr/>
        </p:nvSpPr>
        <p:spPr>
          <a:xfrm>
            <a:off x="2468124" y="4179711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62FC5A1-FD1A-A957-E685-6221D7FDAEF3}"/>
              </a:ext>
            </a:extLst>
          </p:cNvPr>
          <p:cNvSpPr txBox="1"/>
          <p:nvPr/>
        </p:nvSpPr>
        <p:spPr>
          <a:xfrm>
            <a:off x="8594478" y="4155105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2C0B9EE-5C68-031A-21BE-B12CA1949F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1398" y="4709180"/>
            <a:ext cx="5311599" cy="115157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E47EE29-FD96-6222-06AA-8556167F8C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5910" y="1549053"/>
            <a:ext cx="5457087" cy="2399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04283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6C61F-5E03-4858-9E3B-A73F0AE7F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C61BE22-E23D-6CF9-C348-84DF96F42A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0358" y="1583716"/>
            <a:ext cx="4740051" cy="159928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230B557-E6A7-47FB-EB53-6B48B5A5C25B}"/>
              </a:ext>
            </a:extLst>
          </p:cNvPr>
          <p:cNvSpPr txBox="1"/>
          <p:nvPr/>
        </p:nvSpPr>
        <p:spPr>
          <a:xfrm>
            <a:off x="2580542" y="604158"/>
            <a:ext cx="72992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Q5. COUNT THE NUMBER OF CUSTOMERS FROM EACH STATE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9CD4681-52C4-2154-A73B-789586C36A20}"/>
              </a:ext>
            </a:extLst>
          </p:cNvPr>
          <p:cNvSpPr txBox="1"/>
          <p:nvPr/>
        </p:nvSpPr>
        <p:spPr>
          <a:xfrm>
            <a:off x="2716300" y="1156213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Code: python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0420E1-909A-0718-6C5C-2FB5DD62FF9B}"/>
              </a:ext>
            </a:extLst>
          </p:cNvPr>
          <p:cNvSpPr txBox="1"/>
          <p:nvPr/>
        </p:nvSpPr>
        <p:spPr>
          <a:xfrm>
            <a:off x="9174434" y="1147478"/>
            <a:ext cx="1041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AE3CA5-2F58-AEDE-0A71-B2CEDE526F5B}"/>
              </a:ext>
            </a:extLst>
          </p:cNvPr>
          <p:cNvSpPr txBox="1"/>
          <p:nvPr/>
        </p:nvSpPr>
        <p:spPr>
          <a:xfrm>
            <a:off x="2495969" y="3424626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E7E687-4862-55C0-75A9-238DBF0B808E}"/>
              </a:ext>
            </a:extLst>
          </p:cNvPr>
          <p:cNvSpPr txBox="1"/>
          <p:nvPr/>
        </p:nvSpPr>
        <p:spPr>
          <a:xfrm>
            <a:off x="8759546" y="3439918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58ED33A-5A0A-D788-DC40-E1CA9A3D04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8639" y="3832436"/>
            <a:ext cx="4740050" cy="243777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843C31F-0976-A08D-04AD-0D3AD3B7A8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8639" y="1583716"/>
            <a:ext cx="4740050" cy="159928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8147215-CB0B-C100-FE1F-34BD2053C4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0358" y="3832436"/>
            <a:ext cx="4740051" cy="2437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12594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61484D-4CDB-B063-E7D8-B18E19DA6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C5D7104-06BE-69BA-4EFF-210279037BD3}"/>
              </a:ext>
            </a:extLst>
          </p:cNvPr>
          <p:cNvSpPr txBox="1"/>
          <p:nvPr/>
        </p:nvSpPr>
        <p:spPr>
          <a:xfrm>
            <a:off x="4322047" y="867927"/>
            <a:ext cx="49035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Insights - Intermediate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3DB901-87FB-7D35-062E-0E69CBC6C3CF}"/>
              </a:ext>
            </a:extLst>
          </p:cNvPr>
          <p:cNvSpPr txBox="1"/>
          <p:nvPr/>
        </p:nvSpPr>
        <p:spPr>
          <a:xfrm>
            <a:off x="1894114" y="1752443"/>
            <a:ext cx="87521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Objective: Dive deeper into sales and order trends.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64696E-DAFD-31D2-6BAC-71F56832824A}"/>
              </a:ext>
            </a:extLst>
          </p:cNvPr>
          <p:cNvSpPr txBox="1"/>
          <p:nvPr/>
        </p:nvSpPr>
        <p:spPr>
          <a:xfrm>
            <a:off x="2008414" y="2922462"/>
            <a:ext cx="99441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Orders per month in 2018 – January peak 7269 orders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Avg products per order by city – Padre Carvalho, 7 products/orders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Revenue % by product category – Health &amp; Beauty 9.26%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Price vs purchase frequency – Most purchased products, 527 times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revenue by seller ranked – Top seller, Rs 2,29,472</a:t>
            </a:r>
          </a:p>
        </p:txBody>
      </p:sp>
    </p:spTree>
    <p:extLst>
      <p:ext uri="{BB962C8B-B14F-4D97-AF65-F5344CB8AC3E}">
        <p14:creationId xmlns:p14="http://schemas.microsoft.com/office/powerpoint/2010/main" val="20080651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E09730-7E90-9CB8-DE1E-8B6D505B4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BEA0849B-87AB-2C5F-E56D-9485EA7225CD}"/>
              </a:ext>
            </a:extLst>
          </p:cNvPr>
          <p:cNvSpPr txBox="1"/>
          <p:nvPr/>
        </p:nvSpPr>
        <p:spPr>
          <a:xfrm>
            <a:off x="3015762" y="581251"/>
            <a:ext cx="72559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Q6. CALCULATE THE NUMBER OF ORDERS PER MONTH IN 2018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6FDFE5-D368-AC10-4136-41C8AC05F0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354" y="1377256"/>
            <a:ext cx="5311600" cy="234850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18A943C-695A-82E8-3275-55F36958F42D}"/>
              </a:ext>
            </a:extLst>
          </p:cNvPr>
          <p:cNvSpPr txBox="1"/>
          <p:nvPr/>
        </p:nvSpPr>
        <p:spPr>
          <a:xfrm>
            <a:off x="2830600" y="1080490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Code: python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D4477A-BEBA-6B51-1861-0C74FCDDF999}"/>
              </a:ext>
            </a:extLst>
          </p:cNvPr>
          <p:cNvSpPr txBox="1"/>
          <p:nvPr/>
        </p:nvSpPr>
        <p:spPr>
          <a:xfrm>
            <a:off x="9005522" y="1080489"/>
            <a:ext cx="1041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41725-8D23-6F36-ACAB-29D4813FC4DE}"/>
              </a:ext>
            </a:extLst>
          </p:cNvPr>
          <p:cNvSpPr txBox="1"/>
          <p:nvPr/>
        </p:nvSpPr>
        <p:spPr>
          <a:xfrm>
            <a:off x="2468124" y="3892506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9E325C-69AF-263B-1DE0-66BDDC518A3F}"/>
              </a:ext>
            </a:extLst>
          </p:cNvPr>
          <p:cNvSpPr txBox="1"/>
          <p:nvPr/>
        </p:nvSpPr>
        <p:spPr>
          <a:xfrm>
            <a:off x="9005522" y="3892506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5D4F76C-BAE1-AB07-7F69-002E5845BD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4689" y="4273040"/>
            <a:ext cx="5311599" cy="224443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089665F-66AC-243B-6FE9-A7178D3D13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4689" y="1377256"/>
            <a:ext cx="5311599" cy="234850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14A4858-7CA2-F53F-0DEA-327A273D1A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355" y="4244536"/>
            <a:ext cx="5311600" cy="2244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14826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5F534-12BB-F76D-95F9-CB1B64A1F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D63A410A-50C8-A33D-ED30-B0924D52D6E2}"/>
              </a:ext>
            </a:extLst>
          </p:cNvPr>
          <p:cNvSpPr txBox="1"/>
          <p:nvPr/>
        </p:nvSpPr>
        <p:spPr>
          <a:xfrm>
            <a:off x="2030760" y="552712"/>
            <a:ext cx="101612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 Q7. FIND THE AVERAGE NUMBER OF PRODUCTS PER ORDER, GROUPED BY CUSTOMER CITY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59DEBA5-4BA0-CF8B-5178-6966536FF5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525" y="1255999"/>
            <a:ext cx="5616427" cy="273871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65FAD23-3BDA-7206-9460-D0B5320061A8}"/>
              </a:ext>
            </a:extLst>
          </p:cNvPr>
          <p:cNvSpPr txBox="1"/>
          <p:nvPr/>
        </p:nvSpPr>
        <p:spPr>
          <a:xfrm>
            <a:off x="2716300" y="891266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Code: python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0222C3-4F17-A19C-934C-466A29DF874A}"/>
              </a:ext>
            </a:extLst>
          </p:cNvPr>
          <p:cNvSpPr txBox="1"/>
          <p:nvPr/>
        </p:nvSpPr>
        <p:spPr>
          <a:xfrm>
            <a:off x="8786767" y="869715"/>
            <a:ext cx="1041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F0E105-A5D6-F42C-0278-47F5647EC658}"/>
              </a:ext>
            </a:extLst>
          </p:cNvPr>
          <p:cNvSpPr txBox="1"/>
          <p:nvPr/>
        </p:nvSpPr>
        <p:spPr>
          <a:xfrm>
            <a:off x="2468123" y="4011468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1D7AC0-6AFE-B405-9BD0-3A9E750A8C32}"/>
              </a:ext>
            </a:extLst>
          </p:cNvPr>
          <p:cNvSpPr txBox="1"/>
          <p:nvPr/>
        </p:nvSpPr>
        <p:spPr>
          <a:xfrm>
            <a:off x="8320661" y="4049299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C831E9A-ACCB-3510-1797-A2A48CB38B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8969" y="4404444"/>
            <a:ext cx="5616427" cy="245355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24F760E-1863-16B9-5F6F-B6A316FD4B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8969" y="1255999"/>
            <a:ext cx="5616427" cy="273871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1888B3B-9F7B-E733-0F1A-097BF7D5D2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7525" y="4404444"/>
            <a:ext cx="5616427" cy="2453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417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9A024-EF88-6CBC-7F23-F5654EB62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D36ECD71-9338-4797-527D-272D2709B8DA}"/>
              </a:ext>
            </a:extLst>
          </p:cNvPr>
          <p:cNvSpPr txBox="1"/>
          <p:nvPr/>
        </p:nvSpPr>
        <p:spPr>
          <a:xfrm>
            <a:off x="2173887" y="447424"/>
            <a:ext cx="91877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Q8. CALCULATE THE PERCENTAGE OF TOTAL REVENUE CONTRIBUTED BY EACH  PRODUCT CATEGORY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B8EA07F-3F3D-B6C7-0B01-A9D6721AD9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710" y="956702"/>
            <a:ext cx="5532599" cy="348205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A858C29-C08C-60FB-8D6B-3BCC724A8437}"/>
              </a:ext>
            </a:extLst>
          </p:cNvPr>
          <p:cNvSpPr txBox="1"/>
          <p:nvPr/>
        </p:nvSpPr>
        <p:spPr>
          <a:xfrm>
            <a:off x="1074927" y="648925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Code: python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B3D9540-9FA8-7FB7-F719-9F2C87920761}"/>
              </a:ext>
            </a:extLst>
          </p:cNvPr>
          <p:cNvSpPr txBox="1"/>
          <p:nvPr/>
        </p:nvSpPr>
        <p:spPr>
          <a:xfrm>
            <a:off x="9554835" y="648926"/>
            <a:ext cx="1041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61A70D-CEAF-949A-A25E-490C4041F696}"/>
              </a:ext>
            </a:extLst>
          </p:cNvPr>
          <p:cNvSpPr txBox="1"/>
          <p:nvPr/>
        </p:nvSpPr>
        <p:spPr>
          <a:xfrm>
            <a:off x="1841849" y="4391616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B6D786-2F05-A1C2-C863-9F0E7BE1FE8B}"/>
              </a:ext>
            </a:extLst>
          </p:cNvPr>
          <p:cNvSpPr txBox="1"/>
          <p:nvPr/>
        </p:nvSpPr>
        <p:spPr>
          <a:xfrm>
            <a:off x="8078963" y="4375802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FC60FE3-7D25-74E8-0200-3F3097C4D5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3465" y="956703"/>
            <a:ext cx="5447736" cy="348205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F7CF7DC-333A-5FE4-B471-397CF85AC2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710" y="4683579"/>
            <a:ext cx="5532599" cy="203809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41498AF-16C1-34EF-31C2-244BE16322D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3465" y="4683064"/>
            <a:ext cx="5447736" cy="2038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52123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6DC9F-34B2-D465-F5C0-2A93202B1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F3F60C62-5075-C643-BD72-5B6E7E084428}"/>
              </a:ext>
            </a:extLst>
          </p:cNvPr>
          <p:cNvSpPr txBox="1"/>
          <p:nvPr/>
        </p:nvSpPr>
        <p:spPr>
          <a:xfrm>
            <a:off x="1028700" y="634831"/>
            <a:ext cx="1219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Q9. IDENTIFY THE CORRELATION BETWEEN PRODUCT PRICE AND THE NUMBER OF TIMES A PRODUCT HAS BEEN PURCHASED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327EA78-AD2C-E743-09F1-4E3F959271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876" y="1334319"/>
            <a:ext cx="5616427" cy="287076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B0288AF-CE41-42EA-2F48-4032AAE757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876" y="5295347"/>
            <a:ext cx="5616427" cy="10668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C4663E1-CB28-4A39-9362-8A7C47E15FB7}"/>
              </a:ext>
            </a:extLst>
          </p:cNvPr>
          <p:cNvSpPr txBox="1"/>
          <p:nvPr/>
        </p:nvSpPr>
        <p:spPr>
          <a:xfrm>
            <a:off x="2786722" y="984575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Code: python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F168D-EE74-1FB8-644F-77A476DD3CD9}"/>
              </a:ext>
            </a:extLst>
          </p:cNvPr>
          <p:cNvSpPr txBox="1"/>
          <p:nvPr/>
        </p:nvSpPr>
        <p:spPr>
          <a:xfrm>
            <a:off x="8759546" y="942608"/>
            <a:ext cx="1041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771435-713E-885A-8AF1-56C645AD1FFF}"/>
              </a:ext>
            </a:extLst>
          </p:cNvPr>
          <p:cNvSpPr txBox="1"/>
          <p:nvPr/>
        </p:nvSpPr>
        <p:spPr>
          <a:xfrm>
            <a:off x="2468124" y="4359324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E3F9BD-E9BC-DEF5-8045-1DB56E790D44}"/>
              </a:ext>
            </a:extLst>
          </p:cNvPr>
          <p:cNvSpPr txBox="1"/>
          <p:nvPr/>
        </p:nvSpPr>
        <p:spPr>
          <a:xfrm>
            <a:off x="8716347" y="4359325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41DD6EF-1631-94FC-467A-1F44A0F1E6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0688" y="5295347"/>
            <a:ext cx="5610984" cy="106689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028CB7E-BFE2-CBE7-1172-CFBACD5453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0688" y="1334319"/>
            <a:ext cx="5610984" cy="2870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88374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1E7A3-85C2-1C55-A6B5-71C96F37D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800C5A67-35BC-1D7A-E5DC-CC2DF2D880CA}"/>
              </a:ext>
            </a:extLst>
          </p:cNvPr>
          <p:cNvSpPr txBox="1"/>
          <p:nvPr/>
        </p:nvSpPr>
        <p:spPr>
          <a:xfrm>
            <a:off x="1758718" y="500331"/>
            <a:ext cx="1087415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Q10. CALCULATE THE TOTAL REVENUE GENERATED BY EACH SELLER, AND RANK THEM BY REVENUE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F027FEA-259F-34CE-3D65-DD09CDEEE8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753" y="1226819"/>
            <a:ext cx="5230586" cy="265101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5D4FACC-6B07-037F-42D1-7DEFCC9A4041}"/>
              </a:ext>
            </a:extLst>
          </p:cNvPr>
          <p:cNvSpPr txBox="1"/>
          <p:nvPr/>
        </p:nvSpPr>
        <p:spPr>
          <a:xfrm>
            <a:off x="2063678" y="866447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Code: python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4106CD-DEA9-F682-8F35-07624EFA69B1}"/>
              </a:ext>
            </a:extLst>
          </p:cNvPr>
          <p:cNvSpPr txBox="1"/>
          <p:nvPr/>
        </p:nvSpPr>
        <p:spPr>
          <a:xfrm>
            <a:off x="8972744" y="834131"/>
            <a:ext cx="1041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4BEC4C-6181-DC5A-B9EE-3C156B2C9428}"/>
              </a:ext>
            </a:extLst>
          </p:cNvPr>
          <p:cNvSpPr txBox="1"/>
          <p:nvPr/>
        </p:nvSpPr>
        <p:spPr>
          <a:xfrm>
            <a:off x="2473881" y="3877835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D27A9F0-B983-48C7-173E-C2E9CB2B85E1}"/>
              </a:ext>
            </a:extLst>
          </p:cNvPr>
          <p:cNvSpPr txBox="1"/>
          <p:nvPr/>
        </p:nvSpPr>
        <p:spPr>
          <a:xfrm>
            <a:off x="8759546" y="3888809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F65EBF0-025A-5355-1031-824B31D808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7297" y="4209067"/>
            <a:ext cx="5230586" cy="216108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A8313CF-1D7C-9ABB-24A8-4ED9A29107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7297" y="1226819"/>
            <a:ext cx="5230586" cy="264950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0E255A3-C1EE-A308-B779-5C92DF1FF87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9753" y="4185612"/>
            <a:ext cx="5411524" cy="2184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69518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E9DDD-7244-7399-2747-04B19A580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19EAF32-1DC8-C80A-78BF-2776138D2656}"/>
              </a:ext>
            </a:extLst>
          </p:cNvPr>
          <p:cNvSpPr txBox="1"/>
          <p:nvPr/>
        </p:nvSpPr>
        <p:spPr>
          <a:xfrm>
            <a:off x="4322047" y="867927"/>
            <a:ext cx="457702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Insights - Advanced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E3FC7B-0095-CB41-A8A1-C425A77751AD}"/>
              </a:ext>
            </a:extLst>
          </p:cNvPr>
          <p:cNvSpPr txBox="1"/>
          <p:nvPr/>
        </p:nvSpPr>
        <p:spPr>
          <a:xfrm>
            <a:off x="1894114" y="1752443"/>
            <a:ext cx="87521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Objective: Generate strategic and customer-centric insights.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B563AC-EC4B-C15D-85D9-B4CBBEB908C0}"/>
              </a:ext>
            </a:extLst>
          </p:cNvPr>
          <p:cNvSpPr txBox="1"/>
          <p:nvPr/>
        </p:nvSpPr>
        <p:spPr>
          <a:xfrm>
            <a:off x="2008414" y="2922462"/>
            <a:ext cx="99441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Moving average of order values – Tracks customer spending trends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Cumulative sales per month – 2018 hit, Rs 6.35 by August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Year-over-year growth rate – 2017 grew 12,745% vs 2016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Customer retention rate – 0% most buy only once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 3 customers per year – 2017 top spender, Rs 13,440</a:t>
            </a:r>
          </a:p>
        </p:txBody>
      </p:sp>
    </p:spTree>
    <p:extLst>
      <p:ext uri="{BB962C8B-B14F-4D97-AF65-F5344CB8AC3E}">
        <p14:creationId xmlns:p14="http://schemas.microsoft.com/office/powerpoint/2010/main" val="40777741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88D5E6-12CD-16D6-DC4D-3659D03A1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AD6E2D63-98BB-E3E0-C6C7-24D23045499E}"/>
              </a:ext>
            </a:extLst>
          </p:cNvPr>
          <p:cNvSpPr txBox="1"/>
          <p:nvPr/>
        </p:nvSpPr>
        <p:spPr>
          <a:xfrm>
            <a:off x="1600201" y="509587"/>
            <a:ext cx="1059179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Q11. CALCULATE THE  MOVING AVERAGE OF ORDER VALUES FOR EACH CUSTOMER OVER THEIR ORDER HISTORY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E314704-863F-38CD-ECC5-384A74F791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675" y="1021004"/>
            <a:ext cx="5578323" cy="297212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A8E9263-9225-1B01-32E7-64D43ED66FEB}"/>
              </a:ext>
            </a:extLst>
          </p:cNvPr>
          <p:cNvSpPr txBox="1"/>
          <p:nvPr/>
        </p:nvSpPr>
        <p:spPr>
          <a:xfrm>
            <a:off x="2468124" y="713227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Code: python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F1AEA0-DAA2-EB5E-1087-D4B17034C589}"/>
              </a:ext>
            </a:extLst>
          </p:cNvPr>
          <p:cNvSpPr txBox="1"/>
          <p:nvPr/>
        </p:nvSpPr>
        <p:spPr>
          <a:xfrm>
            <a:off x="9005523" y="751248"/>
            <a:ext cx="1041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6D4143-04A0-070E-F950-A4451C34ECAB}"/>
              </a:ext>
            </a:extLst>
          </p:cNvPr>
          <p:cNvSpPr txBox="1"/>
          <p:nvPr/>
        </p:nvSpPr>
        <p:spPr>
          <a:xfrm>
            <a:off x="2186238" y="3993132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3D4684-4E48-7C81-AC1E-7B9F22239A00}"/>
              </a:ext>
            </a:extLst>
          </p:cNvPr>
          <p:cNvSpPr txBox="1"/>
          <p:nvPr/>
        </p:nvSpPr>
        <p:spPr>
          <a:xfrm>
            <a:off x="8513569" y="3955111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15B771C-03CC-1A0D-B487-04A8191C4D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1325" y="4300909"/>
            <a:ext cx="5578323" cy="247477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B5FF412-3768-0744-018C-B90051790F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1324" y="1021004"/>
            <a:ext cx="5578323" cy="293410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2D2DC93-86EC-4A17-5DBD-1373594114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7674" y="4300909"/>
            <a:ext cx="5578325" cy="2474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94629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835FA-3FAC-6223-1370-15D2139955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F62FC41B-4AC8-479E-D4F0-C00514516A95}"/>
              </a:ext>
            </a:extLst>
          </p:cNvPr>
          <p:cNvSpPr txBox="1"/>
          <p:nvPr/>
        </p:nvSpPr>
        <p:spPr>
          <a:xfrm>
            <a:off x="2738175" y="496857"/>
            <a:ext cx="90673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Q12. CALCULATE THE CUMULATIVE SALES PER MONTH FOR  EACH YEAR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7B29A6-C54B-43CD-C2CF-82AAE7A20A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871" y="1015597"/>
            <a:ext cx="5655130" cy="34431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9857C45-7AE0-0AD3-AF39-A39116CA4D34}"/>
              </a:ext>
            </a:extLst>
          </p:cNvPr>
          <p:cNvSpPr txBox="1"/>
          <p:nvPr/>
        </p:nvSpPr>
        <p:spPr>
          <a:xfrm>
            <a:off x="2229135" y="764947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Code: python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D55E558-9357-05FA-C195-2F8A1D73229C}"/>
              </a:ext>
            </a:extLst>
          </p:cNvPr>
          <p:cNvSpPr txBox="1"/>
          <p:nvPr/>
        </p:nvSpPr>
        <p:spPr>
          <a:xfrm>
            <a:off x="8652383" y="707819"/>
            <a:ext cx="1041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F9EC3F0-3A09-2CCA-DCBF-184A46C2F490}"/>
              </a:ext>
            </a:extLst>
          </p:cNvPr>
          <p:cNvSpPr txBox="1"/>
          <p:nvPr/>
        </p:nvSpPr>
        <p:spPr>
          <a:xfrm>
            <a:off x="8429247" y="4540928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DB17BBA-8BFD-FD73-683E-597165AAFAB5}"/>
              </a:ext>
            </a:extLst>
          </p:cNvPr>
          <p:cNvSpPr txBox="1"/>
          <p:nvPr/>
        </p:nvSpPr>
        <p:spPr>
          <a:xfrm>
            <a:off x="2320732" y="4540927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307BA7C-B8E7-F766-C5D0-855258E9C9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210" y="4848705"/>
            <a:ext cx="5798152" cy="200929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7133AB6-9E01-F96C-D9C4-D37C1F7FA9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4810" y="1020229"/>
            <a:ext cx="5798152" cy="347200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511CDBB-5ACD-0DF4-DCE8-625132884FE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870" y="4848704"/>
            <a:ext cx="5701041" cy="2009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88361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2E592-B9B0-7D4B-C69E-DEEDA11D1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359BDE8A-0C7E-8E80-AA01-4F33978473B2}"/>
              </a:ext>
            </a:extLst>
          </p:cNvPr>
          <p:cNvSpPr txBox="1"/>
          <p:nvPr/>
        </p:nvSpPr>
        <p:spPr>
          <a:xfrm>
            <a:off x="2580541" y="468697"/>
            <a:ext cx="92250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Q13. CALCULATE THE YEAR OVER YEAR GROWTH RATE OF TOTAL SALES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21D78F7-580A-32B9-2A2D-E115D855AC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450" y="1145806"/>
            <a:ext cx="5842364" cy="317813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FAC8793-2F70-BDC2-5245-7711751EF86D}"/>
              </a:ext>
            </a:extLst>
          </p:cNvPr>
          <p:cNvSpPr txBox="1"/>
          <p:nvPr/>
        </p:nvSpPr>
        <p:spPr>
          <a:xfrm>
            <a:off x="2448716" y="838029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Code: python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5B6856-BBBC-4B16-F631-CDEA1A123EAB}"/>
              </a:ext>
            </a:extLst>
          </p:cNvPr>
          <p:cNvSpPr txBox="1"/>
          <p:nvPr/>
        </p:nvSpPr>
        <p:spPr>
          <a:xfrm>
            <a:off x="9005523" y="684140"/>
            <a:ext cx="1041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8F5CCA-0321-D7A7-871D-844B4E22922F}"/>
              </a:ext>
            </a:extLst>
          </p:cNvPr>
          <p:cNvSpPr txBox="1"/>
          <p:nvPr/>
        </p:nvSpPr>
        <p:spPr>
          <a:xfrm>
            <a:off x="2535802" y="4323940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32D79D-4C72-CA35-B23F-8F6C6A276107}"/>
              </a:ext>
            </a:extLst>
          </p:cNvPr>
          <p:cNvSpPr txBox="1"/>
          <p:nvPr/>
        </p:nvSpPr>
        <p:spPr>
          <a:xfrm>
            <a:off x="8759546" y="4324723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4FB8D78-2FA7-0812-BAB1-156D9DF527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3462" y="4632500"/>
            <a:ext cx="4922724" cy="19431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1F58B36-6B6B-238B-C6C0-46F76B7BF5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13462" y="1145806"/>
            <a:ext cx="4922724" cy="317891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5D32EA7-938C-3564-DD21-151887C728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9450" y="4632500"/>
            <a:ext cx="5868010" cy="19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90759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71DFB-ED6D-EAC8-AD14-08E8D5846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3A19719-7635-C8DB-FA63-41EEF14409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38" y="5372269"/>
            <a:ext cx="5340428" cy="88815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FCFEAA6-ADDE-E3DC-C66E-75B3345753D8}"/>
              </a:ext>
            </a:extLst>
          </p:cNvPr>
          <p:cNvSpPr txBox="1"/>
          <p:nvPr/>
        </p:nvSpPr>
        <p:spPr>
          <a:xfrm>
            <a:off x="876658" y="455793"/>
            <a:ext cx="1157659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Q14. CALCULATE THE RETENSION RATE OF CUSTOMERS, DEFINED AS THE PERCENTAGE OF CUSTOMERS WHO MAKE ANOTHER PURCHASE WITHIN 6 MONTHS OF THEIR FIRST PURCHASE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1FD0D4-7E7B-06D5-4A2B-70D723273A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38" y="1459623"/>
            <a:ext cx="5360533" cy="352017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841EDEE-9817-5424-6F81-3BA6906276F6}"/>
              </a:ext>
            </a:extLst>
          </p:cNvPr>
          <p:cNvSpPr txBox="1"/>
          <p:nvPr/>
        </p:nvSpPr>
        <p:spPr>
          <a:xfrm>
            <a:off x="2063678" y="1141175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Code: python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1EDD1C-DC7E-339A-EBEF-87356963AB63}"/>
              </a:ext>
            </a:extLst>
          </p:cNvPr>
          <p:cNvSpPr txBox="1"/>
          <p:nvPr/>
        </p:nvSpPr>
        <p:spPr>
          <a:xfrm>
            <a:off x="9005522" y="1066274"/>
            <a:ext cx="1041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7F7069-9CC8-ABD3-E92D-6EDF504402CF}"/>
              </a:ext>
            </a:extLst>
          </p:cNvPr>
          <p:cNvSpPr txBox="1"/>
          <p:nvPr/>
        </p:nvSpPr>
        <p:spPr>
          <a:xfrm>
            <a:off x="2380082" y="5003389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7A58D7-4812-25A1-30D6-15AD23287FE8}"/>
              </a:ext>
            </a:extLst>
          </p:cNvPr>
          <p:cNvSpPr txBox="1"/>
          <p:nvPr/>
        </p:nvSpPr>
        <p:spPr>
          <a:xfrm>
            <a:off x="8858420" y="4924411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91194B8-EB5E-CFA4-5B2F-AD67CADDC07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16066" y="5365797"/>
            <a:ext cx="5367642" cy="8881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ACD2982-0CAC-3310-F8A3-9E53AD2765E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6065" y="1448952"/>
            <a:ext cx="5360533" cy="3475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64791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28DDD-AA92-E725-CDBD-A2BFC2DBF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7EEAC894-F3FA-F113-F447-E909ACDAD533}"/>
              </a:ext>
            </a:extLst>
          </p:cNvPr>
          <p:cNvSpPr txBox="1"/>
          <p:nvPr/>
        </p:nvSpPr>
        <p:spPr>
          <a:xfrm>
            <a:off x="1616529" y="495996"/>
            <a:ext cx="99406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Q15. IDENTIFY THE TOP 3 CUSTOMERS WHO SPENT THE MOST MONEY IN EACH YEAR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6CE3C3-A7BE-E3DF-F8E1-05841B01D7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723" y="1031058"/>
            <a:ext cx="5804433" cy="270533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EF95B26-2294-7D0E-BA0A-0532B9FE8DCF}"/>
              </a:ext>
            </a:extLst>
          </p:cNvPr>
          <p:cNvSpPr txBox="1"/>
          <p:nvPr/>
        </p:nvSpPr>
        <p:spPr>
          <a:xfrm>
            <a:off x="2249285" y="723281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Code: python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0E3E06-ECB8-B37D-2C90-0C63ECC426A8}"/>
              </a:ext>
            </a:extLst>
          </p:cNvPr>
          <p:cNvSpPr txBox="1"/>
          <p:nvPr/>
        </p:nvSpPr>
        <p:spPr>
          <a:xfrm>
            <a:off x="8900825" y="784305"/>
            <a:ext cx="1041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491201-A4A7-E26A-A023-8E8B5F0B82A9}"/>
              </a:ext>
            </a:extLst>
          </p:cNvPr>
          <p:cNvSpPr txBox="1"/>
          <p:nvPr/>
        </p:nvSpPr>
        <p:spPr>
          <a:xfrm>
            <a:off x="2468124" y="3787955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283400-78D3-0F38-FFE5-7AF4DA3B800F}"/>
              </a:ext>
            </a:extLst>
          </p:cNvPr>
          <p:cNvSpPr txBox="1"/>
          <p:nvPr/>
        </p:nvSpPr>
        <p:spPr>
          <a:xfrm>
            <a:off x="8759546" y="3681374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C82E214-E923-66B2-E760-9D55BC28DE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1641" y="4109343"/>
            <a:ext cx="5209229" cy="258503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1F16C39-5599-2315-DCEC-C3A5552582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5311" y="1031058"/>
            <a:ext cx="5225559" cy="270533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2CA0D2B-7868-729C-40AD-CB93727D9F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4723" y="4095732"/>
            <a:ext cx="6072116" cy="2585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66092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A12BA-953F-0DB7-165C-48C4A8E51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B307571-3ACB-3DB5-725F-2EF5D55B1221}"/>
              </a:ext>
            </a:extLst>
          </p:cNvPr>
          <p:cNvSpPr txBox="1"/>
          <p:nvPr/>
        </p:nvSpPr>
        <p:spPr>
          <a:xfrm>
            <a:off x="4322047" y="867927"/>
            <a:ext cx="457702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>
                <a:latin typeface="Times New Roman" panose="02020603050405020304" pitchFamily="18" charset="0"/>
                <a:cs typeface="Times New Roman" panose="02020603050405020304" pitchFamily="18" charset="0"/>
              </a:rPr>
              <a:t>Key Business Insight</a:t>
            </a:r>
            <a:endParaRPr 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0F827E-CD91-5840-761F-17952BFED5C2}"/>
              </a:ext>
            </a:extLst>
          </p:cNvPr>
          <p:cNvSpPr txBox="1"/>
          <p:nvPr/>
        </p:nvSpPr>
        <p:spPr>
          <a:xfrm>
            <a:off x="1191986" y="2106854"/>
            <a:ext cx="10760528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 São Paulo dominates  — SP state has 42% of all customers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 Health &amp; Beauty is top category — Rs1.25M in total sales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 Half of customers pay in installments — 49.42% use installment plans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 Massive growth in 2017  — Business grew 12,745% compared to 2016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 Low retention rate — Most customers purchase only once, suggesting need for  loyalty programs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 Seasonal peaks  — November 2017 had highest monthly sales (Rs863K) likely due to Black Friday</a:t>
            </a:r>
          </a:p>
        </p:txBody>
      </p:sp>
    </p:spTree>
    <p:extLst>
      <p:ext uri="{BB962C8B-B14F-4D97-AF65-F5344CB8AC3E}">
        <p14:creationId xmlns:p14="http://schemas.microsoft.com/office/powerpoint/2010/main" val="5900639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B4A01-5CA3-D5D2-AAC0-217F109306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901FD5-A77B-F126-73E3-E52584399A08}"/>
              </a:ext>
            </a:extLst>
          </p:cNvPr>
          <p:cNvSpPr txBox="1"/>
          <p:nvPr/>
        </p:nvSpPr>
        <p:spPr>
          <a:xfrm>
            <a:off x="4787202" y="2764397"/>
            <a:ext cx="2617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638583-2B4A-DA48-A427-8939812BEC35}"/>
              </a:ext>
            </a:extLst>
          </p:cNvPr>
          <p:cNvSpPr txBox="1"/>
          <p:nvPr/>
        </p:nvSpPr>
        <p:spPr>
          <a:xfrm>
            <a:off x="1570893" y="5521176"/>
            <a:ext cx="109962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https://github.com/itsShreyashkale/ecommerce-sql-python-project.git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D7EF38-03E8-4C47-B423-CBD927963670}"/>
              </a:ext>
            </a:extLst>
          </p:cNvPr>
          <p:cNvSpPr txBox="1"/>
          <p:nvPr/>
        </p:nvSpPr>
        <p:spPr>
          <a:xfrm>
            <a:off x="1570893" y="5921286"/>
            <a:ext cx="72917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Linkedin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 https://www.linkedin.com/in/shreyash-kale-204b0a228/</a:t>
            </a:r>
          </a:p>
        </p:txBody>
      </p:sp>
    </p:spTree>
    <p:extLst>
      <p:ext uri="{BB962C8B-B14F-4D97-AF65-F5344CB8AC3E}">
        <p14:creationId xmlns:p14="http://schemas.microsoft.com/office/powerpoint/2010/main" val="2028636888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3">
      <a:dk1>
        <a:srgbClr val="000000"/>
      </a:dk1>
      <a:lt1>
        <a:srgbClr val="FDFAF6"/>
      </a:lt1>
      <a:dk2>
        <a:srgbClr val="44546A"/>
      </a:dk2>
      <a:lt2>
        <a:srgbClr val="E7E6E6"/>
      </a:lt2>
      <a:accent1>
        <a:srgbClr val="F5CDCE"/>
      </a:accent1>
      <a:accent2>
        <a:srgbClr val="DE8C8C"/>
      </a:accent2>
      <a:accent3>
        <a:srgbClr val="AAC3E8"/>
      </a:accent3>
      <a:accent4>
        <a:srgbClr val="D2D592"/>
      </a:accent4>
      <a:accent5>
        <a:srgbClr val="CCBE89"/>
      </a:accent5>
      <a:accent6>
        <a:srgbClr val="1F2C8F"/>
      </a:accent6>
      <a:hlink>
        <a:srgbClr val="1F2C8F"/>
      </a:hlink>
      <a:folHlink>
        <a:srgbClr val="AAC3E9"/>
      </a:folHlink>
    </a:clrScheme>
    <a:fontScheme name="Custom 22">
      <a:majorFont>
        <a:latin typeface="Arial Black"/>
        <a:ea typeface=""/>
        <a:cs typeface=""/>
      </a:majorFont>
      <a:minorFont>
        <a:latin typeface="Sabon Next L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eometric color block_Win32_SL_v14" id="{59749740-91A0-46B8-82A8-B436C7A8A142}" vid="{B3F8D047-377B-4FC8-B21C-47530C6DE3A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A719FA4-954C-4FA8-82CB-206659C3B82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04948363-B267-4BAC-8655-100FBEC280C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16DBB56F-4362-4386-A1A1-3DF898896616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{C37D759B-109A-4BB0-AA6D-951B2244AB88}TF8a9b5915-b8c7-461e-8cdd-693d48b5e32371f7b7e2_win32-4bf0b9a2ea37</Template>
  <TotalTime>648</TotalTime>
  <Words>753</Words>
  <Application>Microsoft Office PowerPoint</Application>
  <PresentationFormat>Widescreen</PresentationFormat>
  <Paragraphs>117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Arial</vt:lpstr>
      <vt:lpstr>Arial Black</vt:lpstr>
      <vt:lpstr>Calibri</vt:lpstr>
      <vt:lpstr>Sabon Next LT</vt:lpstr>
      <vt:lpstr>Times New Roman</vt:lpstr>
      <vt:lpstr>Custom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SHREYASH KALE</dc:creator>
  <cp:lastModifiedBy>SHREYASH KALE</cp:lastModifiedBy>
  <cp:revision>17</cp:revision>
  <dcterms:created xsi:type="dcterms:W3CDTF">2026-05-08T03:33:49Z</dcterms:created>
  <dcterms:modified xsi:type="dcterms:W3CDTF">2026-05-21T12:40:45Z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