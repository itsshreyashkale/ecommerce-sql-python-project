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2"/>
  </p:notesMasterIdLst>
  <p:handoutMasterIdLst>
    <p:handoutMasterId r:id="rId33"/>
  </p:handoutMasterIdLst>
  <p:sldIdLst>
    <p:sldId id="321" r:id="rId5"/>
    <p:sldId id="322" r:id="rId6"/>
    <p:sldId id="323" r:id="rId7"/>
    <p:sldId id="328" r:id="rId8"/>
    <p:sldId id="329" r:id="rId9"/>
    <p:sldId id="336" r:id="rId10"/>
    <p:sldId id="337" r:id="rId11"/>
    <p:sldId id="338" r:id="rId12"/>
    <p:sldId id="339" r:id="rId13"/>
    <p:sldId id="340" r:id="rId14"/>
    <p:sldId id="330" r:id="rId15"/>
    <p:sldId id="334" r:id="rId16"/>
    <p:sldId id="341" r:id="rId17"/>
    <p:sldId id="342" r:id="rId18"/>
    <p:sldId id="343" r:id="rId19"/>
    <p:sldId id="344" r:id="rId20"/>
    <p:sldId id="345" r:id="rId21"/>
    <p:sldId id="325" r:id="rId22"/>
    <p:sldId id="335" r:id="rId23"/>
    <p:sldId id="346" r:id="rId24"/>
    <p:sldId id="347" r:id="rId25"/>
    <p:sldId id="348" r:id="rId26"/>
    <p:sldId id="350" r:id="rId27"/>
    <p:sldId id="349" r:id="rId28"/>
    <p:sldId id="324" r:id="rId29"/>
    <p:sldId id="331" r:id="rId30"/>
    <p:sldId id="332" r:id="rId31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88" autoAdjust="0"/>
  </p:normalViewPr>
  <p:slideViewPr>
    <p:cSldViewPr snapToGrid="0" snapToObjects="1">
      <p:cViewPr varScale="1">
        <p:scale>
          <a:sx n="87" d="100"/>
          <a:sy n="87" d="100"/>
        </p:scale>
        <p:origin x="480" y="77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30684-F192-7346-E993-FCF79678F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6568B-C161-A6CC-A03D-F7EDA024C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F2801-36EA-FDFA-5CB1-B27160D34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22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5B0B6-B0E7-14C6-B2DE-576900F02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6E6BAE-5106-AC82-6EBB-FDEAB2924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B026EA-F08D-7EFB-6547-F66696B1A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752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38F4-B3B1-03CB-4D6F-EDA45FE8A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BB82-0BD1-A757-EDD1-22ED355DB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B2399-0308-30AA-8682-9650283BD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011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2923-6544-EDE4-AC0D-F0F24595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5C1BE-A29B-9AFE-FD89-B70CADC26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2F0E3-F979-5A98-A47C-4A76C7C78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4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05F7-25F9-3307-5016-4FC07704D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EAC9FD-A1FB-140D-68E9-A139F9071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77BB-917B-BEFF-8035-7CFE17401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857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EDB1-552E-F7D5-F440-C58C3B45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D5BB7-DA2F-132A-5A62-42B53DBA2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60913-FBA1-B33E-15E0-1746B3F66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17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C26C-7911-F5B0-1137-377E732B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770DD-C1C6-41A5-DCBE-EAB04C78C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48FD5-7F6E-79C1-A57A-A87F56F2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2825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1D0F-28E5-30C0-9AD3-68DF1FB07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59589-3304-ACAC-E7D8-E3673DC0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8AB36-A143-9E47-E2AE-2BDE19D23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0222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5E56-2D87-F260-8BA5-EFB66C08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AD806-AA6D-261C-64EE-1CEC509D8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91440-E4A3-767B-B9B9-12AAB3D9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904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00BC-EBAE-8B3A-2295-EFD94328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D48BC-11D5-22F2-A841-162328F7B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09EFE-B1F9-8360-489F-95E83CF46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5661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FD3B-594F-4764-A76A-D6982519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DA1A2-9EA0-3C38-E213-EEFCC6A0B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49918-3B6E-97F9-AB88-DFC9F8BB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925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9347-A351-F333-5E9F-630D19D1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A0A14-FA56-13F2-ACB3-4E94B7B25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8F342-01B1-1172-E953-04A3ADD36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115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BC5C-5E34-6EE4-8055-ED9301B6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D1E22-D02D-1069-B5AD-F3016F3FB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A1B62-DA9B-145A-C989-AD2B2899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383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6333-4049-F375-3119-368276C3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2EC9B-585D-9129-B7C3-7B7554817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300F3-03D8-DBA0-3352-660C5751C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2244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5D2D-649E-49B4-0338-0948DACA6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6AAE0-8FF1-73BF-D513-5D09A530F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416A2-7F3F-8B26-83A5-A12F97A3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929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B796-7057-80CA-9AD7-B5B546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ED57-9FE6-19C4-1E81-50E588294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96366-D525-951E-1CA3-FE0FE23D4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45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5024-2BC5-4F43-F715-22CD74B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F7709-CE58-2835-9AC2-1F6923CA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9D0EC-D030-3C1D-0D16-BDA587CF2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675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BA20-7670-9586-8CD8-D589F4B6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5569-BE51-7905-C167-928C10B5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E0214-9CB6-B041-0383-5F91DD50B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3257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C7D1-2726-832D-8761-6AC07DBA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7C00D-9E00-3381-4F65-3B5210AA6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11274-86C0-970F-A8FD-256D94815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770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8614-F6A3-887B-B575-95B279830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B5C3D-89AB-5837-022B-3DCD2A410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9167C-A0A6-17CA-5207-7F124CA25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0962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714500" y="1552914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646484" y="2804748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4712677" y="3871916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AD7EB-334E-555E-753E-80DA4817E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CDD831-17E8-DC91-D7DA-43F4FB5F9440}"/>
              </a:ext>
            </a:extLst>
          </p:cNvPr>
          <p:cNvSpPr txBox="1"/>
          <p:nvPr/>
        </p:nvSpPr>
        <p:spPr>
          <a:xfrm>
            <a:off x="3771900" y="879231"/>
            <a:ext cx="5225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B4BD6-0910-8F82-D878-569CA5621BCC}"/>
              </a:ext>
            </a:extLst>
          </p:cNvPr>
          <p:cNvSpPr txBox="1"/>
          <p:nvPr/>
        </p:nvSpPr>
        <p:spPr>
          <a:xfrm>
            <a:off x="2294793" y="2835716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4152270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0F7F-712F-8ED8-4850-B81FF363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9D36EEFA-D203-E083-D917-3221D7642F97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A7549A-C25A-E59D-F49D-94DC8838F9DC}"/>
              </a:ext>
            </a:extLst>
          </p:cNvPr>
          <p:cNvSpPr txBox="1"/>
          <p:nvPr/>
        </p:nvSpPr>
        <p:spPr>
          <a:xfrm>
            <a:off x="1289957" y="2081685"/>
            <a:ext cx="991730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                              Description                                Rows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customers.csv      Customer demographic details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sellers.csv            Seller information                               3,095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orders.csv            Order history and details         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order_items.csv   Order items details                          112,650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payments.csv       Payment details                               103,886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products.csv         Product details                                  32,951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geolocation.csv    Geolocation details                      1,000,163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B23318-12FF-237B-D4E5-632CE3D3DEDF}"/>
              </a:ext>
            </a:extLst>
          </p:cNvPr>
          <p:cNvCxnSpPr>
            <a:cxnSpLocks/>
          </p:cNvCxnSpPr>
          <p:nvPr/>
        </p:nvCxnSpPr>
        <p:spPr>
          <a:xfrm>
            <a:off x="1143000" y="2530929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146B30-351E-52EA-27A9-45E0EED781C4}"/>
              </a:ext>
            </a:extLst>
          </p:cNvPr>
          <p:cNvCxnSpPr>
            <a:cxnSpLocks/>
          </p:cNvCxnSpPr>
          <p:nvPr/>
        </p:nvCxnSpPr>
        <p:spPr>
          <a:xfrm>
            <a:off x="1094014" y="2081685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350910F-7900-BCDC-02C0-F437E5BA8EE5}"/>
              </a:ext>
            </a:extLst>
          </p:cNvPr>
          <p:cNvCxnSpPr>
            <a:cxnSpLocks/>
          </p:cNvCxnSpPr>
          <p:nvPr/>
        </p:nvCxnSpPr>
        <p:spPr>
          <a:xfrm>
            <a:off x="1143000" y="5626558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00E8D68-BCA9-4E40-F2B5-1C798D1E534B}"/>
              </a:ext>
            </a:extLst>
          </p:cNvPr>
          <p:cNvCxnSpPr>
            <a:cxnSpLocks/>
          </p:cNvCxnSpPr>
          <p:nvPr/>
        </p:nvCxnSpPr>
        <p:spPr>
          <a:xfrm flipV="1">
            <a:off x="10629900" y="2087128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E1CB88E-D3F3-9ABA-D1C1-5AE4308E9EDE}"/>
              </a:ext>
            </a:extLst>
          </p:cNvPr>
          <p:cNvCxnSpPr>
            <a:cxnSpLocks/>
          </p:cNvCxnSpPr>
          <p:nvPr/>
        </p:nvCxnSpPr>
        <p:spPr>
          <a:xfrm flipV="1">
            <a:off x="8675915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48AB694-CFA9-5AFD-2E32-C7E667139DC6}"/>
              </a:ext>
            </a:extLst>
          </p:cNvPr>
          <p:cNvCxnSpPr>
            <a:cxnSpLocks/>
          </p:cNvCxnSpPr>
          <p:nvPr/>
        </p:nvCxnSpPr>
        <p:spPr>
          <a:xfrm flipV="1">
            <a:off x="3940628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10E603-5D4C-4DB0-4A44-CEC445662760}"/>
              </a:ext>
            </a:extLst>
          </p:cNvPr>
          <p:cNvCxnSpPr>
            <a:cxnSpLocks/>
          </p:cNvCxnSpPr>
          <p:nvPr/>
        </p:nvCxnSpPr>
        <p:spPr>
          <a:xfrm flipV="1">
            <a:off x="1143000" y="2092571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5288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51.46%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A88B-1CF4-4489-42D1-7A6063A9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A4825E-C8EF-A40C-8B59-4BB5C0291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209" y="2356677"/>
            <a:ext cx="5082980" cy="8001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63F1E3-419E-4DE0-8771-C468D88ED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004" y="2449471"/>
            <a:ext cx="3204440" cy="6505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ADDBAB-59A5-533B-BEF6-FB28AF89C65B}"/>
              </a:ext>
            </a:extLst>
          </p:cNvPr>
          <p:cNvSpPr txBox="1"/>
          <p:nvPr/>
        </p:nvSpPr>
        <p:spPr>
          <a:xfrm>
            <a:off x="2933699" y="958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UNIQUE CITIES WHERE CUSTOMERS ARE LOCATED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979C65-DD6F-2612-8BE0-27C332D74B19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99E773-8F8B-639C-2965-88AD60430335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210E5E-D5B3-B11C-0624-2B52F365CB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1153" y="3694112"/>
            <a:ext cx="4077053" cy="17679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9B53B2-9CFF-14B6-7DE3-43656ECF64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6126" y="4185857"/>
            <a:ext cx="5342083" cy="49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190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BD4D-E882-C80C-45AB-0F9DE83E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3E85233-D70A-3032-9E9E-46483BD98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75" y="2308763"/>
            <a:ext cx="4949525" cy="112023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D65AFC-F83A-E9A2-EA4B-D698866CCF8B}"/>
              </a:ext>
            </a:extLst>
          </p:cNvPr>
          <p:cNvSpPr txBox="1"/>
          <p:nvPr/>
        </p:nvSpPr>
        <p:spPr>
          <a:xfrm>
            <a:off x="3657600" y="10701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COUNT OF NO. OF ORDERS PLACED IN 2017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C3BD5C-ABC6-ACB4-8F9B-CB998BC7575A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270176-2C4B-9A7C-3AE0-DBA39648028E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710E8-E5F1-ECD1-8EEC-054349662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287" y="2464986"/>
            <a:ext cx="3741744" cy="80779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C119392-1C59-4BA1-8EBF-55EEE0DD3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786" y="4248745"/>
            <a:ext cx="3520745" cy="9297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BC2AE1-CB5B-7E5B-1BA0-6DCCBC9445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5396" y="4469798"/>
            <a:ext cx="1314482" cy="70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58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33BED-CE9E-D0ED-7C88-68FDF10A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890DBD-85C6-D403-2692-DFFE059D3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307" y="1894031"/>
            <a:ext cx="3817951" cy="15393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640E45-F38D-3C95-D355-97E1378E5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3784" y="3713745"/>
            <a:ext cx="3048313" cy="28626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337499-8EA4-790F-A31E-3D5788798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0584" y="1833888"/>
            <a:ext cx="4534293" cy="19127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EB9F6C-3979-3246-1647-3779CDFF10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3410" y="3975191"/>
            <a:ext cx="4511431" cy="195851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BD42F-375E-2C5C-D1B9-230C6AB00B2C}"/>
              </a:ext>
            </a:extLst>
          </p:cNvPr>
          <p:cNvSpPr txBox="1"/>
          <p:nvPr/>
        </p:nvSpPr>
        <p:spPr>
          <a:xfrm>
            <a:off x="4587240" y="10676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TOTAL SALES PER CATEGORY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A002F1-34D3-3AB2-A0D2-B95FCDB44720}"/>
              </a:ext>
            </a:extLst>
          </p:cNvPr>
          <p:cNvSpPr txBox="1"/>
          <p:nvPr/>
        </p:nvSpPr>
        <p:spPr>
          <a:xfrm>
            <a:off x="2224453" y="1451482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4126D2-E1A5-10D4-1420-417BACD027BB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6174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9B1-14A1-8C42-39C7-C2E83FC5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7DEEAC-1C58-A01D-4BA9-87159C525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460" y="2809559"/>
            <a:ext cx="5311600" cy="10059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3CD35E-95F9-0F78-6113-872E0A0C0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632" y="2620846"/>
            <a:ext cx="4450368" cy="14250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707B15-5572-618F-3510-59C68B809E12}"/>
              </a:ext>
            </a:extLst>
          </p:cNvPr>
          <p:cNvSpPr txBox="1"/>
          <p:nvPr/>
        </p:nvSpPr>
        <p:spPr>
          <a:xfrm>
            <a:off x="3870816" y="107804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% OF ORDERS PLACED IN INSTALLMENTS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044612-C6D0-3CD1-5D71-48541ADAD67D}"/>
              </a:ext>
            </a:extLst>
          </p:cNvPr>
          <p:cNvSpPr txBox="1"/>
          <p:nvPr/>
        </p:nvSpPr>
        <p:spPr>
          <a:xfrm>
            <a:off x="2580542" y="1805077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D6562-030D-7E4A-9AEE-DD58900E75DE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B61CB8-6DA1-4D6C-5F21-F2732CEB77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1784" y="4851868"/>
            <a:ext cx="1342055" cy="7350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35B484-EFA0-27D1-3373-2AB58FA26B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0732" y="4512192"/>
            <a:ext cx="3635055" cy="1028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28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C61F-5E03-4858-9E3B-A73F0AE7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F212BC-D2C3-FB78-8099-80E85D6D8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579" y="2312624"/>
            <a:ext cx="3101609" cy="10440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769B89-0A5B-407F-363F-26FFEDD6B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680" y="3642360"/>
            <a:ext cx="3657508" cy="28893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61BE22-E23D-6CF9-C348-84DF96F42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1398" y="3131940"/>
            <a:ext cx="4740051" cy="7315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9E9DC0-BF23-173E-1597-155DDE2DDE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9280" y="4236720"/>
            <a:ext cx="3505199" cy="18745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0B557-E6A7-47FB-EB53-6B48B5A5C25B}"/>
              </a:ext>
            </a:extLst>
          </p:cNvPr>
          <p:cNvSpPr txBox="1"/>
          <p:nvPr/>
        </p:nvSpPr>
        <p:spPr>
          <a:xfrm>
            <a:off x="3668896" y="87460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NO. OF CUSTOMERS FROM EACH STATE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EE04A2-7696-91D0-F7B3-4F0DFA511877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BB0092-8D90-D824-5F57-B91E8289FA3C}"/>
              </a:ext>
            </a:extLst>
          </p:cNvPr>
          <p:cNvSpPr txBox="1"/>
          <p:nvPr/>
        </p:nvSpPr>
        <p:spPr>
          <a:xfrm>
            <a:off x="8894457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259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B2B9-CE3E-E614-295D-38D431FA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6FB09-2261-C4D8-AB47-9DF34FBEB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765" y="767442"/>
            <a:ext cx="9242211" cy="576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577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6,288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09730-7E90-9CB8-DE1E-8B6D505B4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267D81-D8F2-4774-A4CA-D38481930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197" y="2316428"/>
            <a:ext cx="3696020" cy="11888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48A3D1-C8D4-3054-5DF1-F7FDB4E92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7957" y="4259375"/>
            <a:ext cx="4168501" cy="2370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855224D-154F-4289-E4C0-8D06C017E9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0037" y="2217360"/>
            <a:ext cx="3482642" cy="13869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1506622-4F41-A7FB-0816-46579052EB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360" y="3947160"/>
            <a:ext cx="2316520" cy="26822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A0849B-87AB-2C5F-E56D-9485EA7225CD}"/>
              </a:ext>
            </a:extLst>
          </p:cNvPr>
          <p:cNvSpPr txBox="1"/>
          <p:nvPr/>
        </p:nvSpPr>
        <p:spPr>
          <a:xfrm>
            <a:off x="4175760" y="10939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NO. OF ORDERS PLACED IN 2018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71C028-9CA5-D877-4F9F-F7AC5AC39FEF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82D7A-D442-BD44-2979-891E74800BAE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482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534-12BB-F76D-95F9-CB1B64A1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268635-70A8-ADEF-3C33-21E0F2308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065" y="2022231"/>
            <a:ext cx="3429297" cy="17040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F707DF-437B-F726-6598-CA8CD261C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5909" y="3926671"/>
            <a:ext cx="3132091" cy="2604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040BAC4-2D45-FED0-D4F3-E7C654C92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9805" y="2514894"/>
            <a:ext cx="3292125" cy="14631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6FE268-BC05-B4E3-791C-226D69D473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9839" y="4464921"/>
            <a:ext cx="3132091" cy="179833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3A410A-50C8-A33D-ED30-B0924D52D6E2}"/>
              </a:ext>
            </a:extLst>
          </p:cNvPr>
          <p:cNvSpPr txBox="1"/>
          <p:nvPr/>
        </p:nvSpPr>
        <p:spPr>
          <a:xfrm>
            <a:off x="2529839" y="759535"/>
            <a:ext cx="677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AVG NO. OF PRODUCTS PER ORDER BY CUSTOMER CITY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F9A3F-FD6A-CF0F-D0DB-E164B7AE2716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396A10-1FAF-E61C-00EB-61E8C83CEC1E}"/>
              </a:ext>
            </a:extLst>
          </p:cNvPr>
          <p:cNvSpPr txBox="1"/>
          <p:nvPr/>
        </p:nvSpPr>
        <p:spPr>
          <a:xfrm>
            <a:off x="8872493" y="1514103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4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A024-EF88-6CBC-7F23-F5654EB6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46D334-8BF4-92BB-6B93-2EDFA21FC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222" y="2522320"/>
            <a:ext cx="5829805" cy="1386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795E0C-BCD2-269D-3589-85B0F29377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4984" y="4099441"/>
            <a:ext cx="3381461" cy="23632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9A4DE8-9D32-ADE9-437A-0474130AAA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" y="2087881"/>
            <a:ext cx="4312920" cy="19738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D7E51CA-88C6-39B7-8D50-6C6BD79982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8661" y="4180566"/>
            <a:ext cx="3436918" cy="23632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36ECD71-9338-4797-527D-272D2709B8DA}"/>
              </a:ext>
            </a:extLst>
          </p:cNvPr>
          <p:cNvSpPr txBox="1"/>
          <p:nvPr/>
        </p:nvSpPr>
        <p:spPr>
          <a:xfrm>
            <a:off x="3048000" y="7001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REVENUE CONTRIBUTION OF EACH CATEGORY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646EC-8DB4-C7F0-28B5-80EEDEB46147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D7F8AF-C873-794F-07E7-E00C4E680439}"/>
              </a:ext>
            </a:extLst>
          </p:cNvPr>
          <p:cNvSpPr txBox="1"/>
          <p:nvPr/>
        </p:nvSpPr>
        <p:spPr>
          <a:xfrm>
            <a:off x="8535275" y="1565781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5212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C9F-34B2-D465-F5C0-2A93202B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B9ADDBC-5156-C9C3-DE0F-25F16F333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14" y="2400209"/>
            <a:ext cx="5260643" cy="2408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976C87-4780-B7BC-078B-D938955CC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80" y="5593317"/>
            <a:ext cx="3139712" cy="2667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2B7FE4-DF89-3F53-C770-EDC2472E94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9018" y="2224935"/>
            <a:ext cx="5159187" cy="27586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56D04A8-A7D0-5C53-1A66-4F31C6A2F5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858" y="5726678"/>
            <a:ext cx="5159187" cy="3426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F60C62-5075-C643-BD72-5B6E7E084428}"/>
              </a:ext>
            </a:extLst>
          </p:cNvPr>
          <p:cNvSpPr txBox="1"/>
          <p:nvPr/>
        </p:nvSpPr>
        <p:spPr>
          <a:xfrm>
            <a:off x="2270760" y="968899"/>
            <a:ext cx="701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CORELATION : PRODUCT PRICE VS PURCHASE FREQUENCY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44D561-A54C-E2C7-6DCB-9E6A25A145C4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8D7C1-8F57-47C4-D607-340A7AE269B4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837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E7A3-85C2-1C55-A6B5-71C96F37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A4AFCF-F7B9-E16C-BAD7-5585A4E4A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607" y="2262322"/>
            <a:ext cx="3711262" cy="1501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9FA8D3-56C4-D9EB-CEB2-B9BF65DAF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398" y="4070837"/>
            <a:ext cx="3669801" cy="261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FA9D7-EF2D-5686-387F-D72B4B9EDA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1695" y="2071712"/>
            <a:ext cx="4611086" cy="23375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7C485E-9220-6203-16E9-A04475596D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760" y="4572971"/>
            <a:ext cx="3607286" cy="17974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0C5A67-35BC-1D7A-E5DC-CC2DF2D880CA}"/>
              </a:ext>
            </a:extLst>
          </p:cNvPr>
          <p:cNvSpPr txBox="1"/>
          <p:nvPr/>
        </p:nvSpPr>
        <p:spPr>
          <a:xfrm>
            <a:off x="3597238" y="9087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REVENUE BY SELLER AND RANKING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A2843B-D56B-CC1F-C287-B7BE064EDFF0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A77C1E-079E-1E7E-5212-9318E90EF249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951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CF757-7344-D141-D4DC-D7F64FE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EBC85-A288-FEE1-719F-5258F9B0D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1033" y="685800"/>
            <a:ext cx="923698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323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D5E6-12CD-16D6-DC4D-3659D03A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C16FA7-B4B0-BEB5-9ED9-E03E464B2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498" y="2244662"/>
            <a:ext cx="3825572" cy="1782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3F1290-3A96-C010-0118-AEEB8874A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110" y="4424064"/>
            <a:ext cx="4238348" cy="22192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97B81-F6F1-6292-6CA5-C3106D86D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4513" y="2244662"/>
            <a:ext cx="4069280" cy="2179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ECDA25-EE61-1A63-4999-3A27D3206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0161" y="4758671"/>
            <a:ext cx="3772050" cy="16144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6E2D63-98BB-E3E0-C6C7-24D23045499E}"/>
              </a:ext>
            </a:extLst>
          </p:cNvPr>
          <p:cNvSpPr txBox="1"/>
          <p:nvPr/>
        </p:nvSpPr>
        <p:spPr>
          <a:xfrm>
            <a:off x="2804433" y="647295"/>
            <a:ext cx="6098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MOVING AVERAGE OF ORDER VALUES FOR EACH CUSTOMER OVER THEIR ORDER HISTORY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9D391-2D62-5A77-1B49-68015EFF5A72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8E1E1-C4DE-3F46-E914-CC4622EF8A30}"/>
              </a:ext>
            </a:extLst>
          </p:cNvPr>
          <p:cNvSpPr txBox="1"/>
          <p:nvPr/>
        </p:nvSpPr>
        <p:spPr>
          <a:xfrm>
            <a:off x="8937064" y="158474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4629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35FA-3FAC-6223-1370-15D2139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CE1E9E-0D33-9A97-C63E-FDBA4A468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701" y="2126875"/>
            <a:ext cx="3977985" cy="20728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E7FA4C-33B8-459B-8723-BB3B88D1EC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100" y="4311919"/>
            <a:ext cx="2897969" cy="24451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F92A01-12D8-9EB6-1D18-E30070857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615" y="2239099"/>
            <a:ext cx="4516160" cy="20728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FA8BC4-F16A-175E-5BA6-C92DD4B86A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1931" y="4618901"/>
            <a:ext cx="4326844" cy="16946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2FC41B-4AC8-479E-D4F0-C00514516A95}"/>
              </a:ext>
            </a:extLst>
          </p:cNvPr>
          <p:cNvSpPr txBox="1"/>
          <p:nvPr/>
        </p:nvSpPr>
        <p:spPr>
          <a:xfrm>
            <a:off x="3173974" y="745085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COMULATIVE SALES PER MONTH OF EACH YEAR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DEC3FB-48B2-7817-E7EA-E44892C9D2E9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600B6E-974F-A66A-933F-624EBF262655}"/>
              </a:ext>
            </a:extLst>
          </p:cNvPr>
          <p:cNvSpPr txBox="1"/>
          <p:nvPr/>
        </p:nvSpPr>
        <p:spPr>
          <a:xfrm>
            <a:off x="8865577" y="1522869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836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2E592-B9B0-7D4B-C69E-DEEDA11D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9E6C13-DB72-7032-863C-7961180EB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497" y="2266525"/>
            <a:ext cx="4343776" cy="25910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C9A118-602E-F6F4-0FE8-5E5537A9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3497" y="5064719"/>
            <a:ext cx="4503810" cy="15317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28C061-090B-4972-5FE5-7CB595CFD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123" y="2266525"/>
            <a:ext cx="4162289" cy="25910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40A0C1B-8099-BA89-873F-140CBDA89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6732" y="5213921"/>
            <a:ext cx="3177815" cy="8535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9BDE8A-0C7E-8E80-AA01-4F33978473B2}"/>
              </a:ext>
            </a:extLst>
          </p:cNvPr>
          <p:cNvSpPr txBox="1"/>
          <p:nvPr/>
        </p:nvSpPr>
        <p:spPr>
          <a:xfrm>
            <a:off x="4633157" y="902771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YEAR ON YEAR GROWTH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93FF0D-0E82-3FCA-F6B3-9244F68819C0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4D0E4A-2597-8328-4789-7C362F6A79D9}"/>
              </a:ext>
            </a:extLst>
          </p:cNvPr>
          <p:cNvSpPr txBox="1"/>
          <p:nvPr/>
        </p:nvSpPr>
        <p:spPr>
          <a:xfrm>
            <a:off x="8910165" y="150874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075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1DFB-ED6D-EAC8-AD14-08E8D584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54378D-5D72-6617-AC77-D0F53D672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007" y="2220686"/>
            <a:ext cx="4511431" cy="2796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2C58F6-DCE0-21CE-DFDE-55444BFFC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628" y="5097276"/>
            <a:ext cx="4054191" cy="952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A43576-8B17-1826-0A66-D149BB8D0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2653" y="2355911"/>
            <a:ext cx="4233864" cy="2661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A19719-7635-C8DB-FA63-41EEF14409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9732" y="5372269"/>
            <a:ext cx="1234547" cy="3962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CFEAA6-ADDE-E3DC-C66E-75B3345753D8}"/>
              </a:ext>
            </a:extLst>
          </p:cNvPr>
          <p:cNvSpPr txBox="1"/>
          <p:nvPr/>
        </p:nvSpPr>
        <p:spPr>
          <a:xfrm>
            <a:off x="4320268" y="1072634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CUSTOMER RETENTION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133F63-6665-2795-D843-0C6494A246CC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787A6-928B-8773-CAF0-F53DD92BAA52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6479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8DDD-AA92-E725-CDBD-A2BFC2D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3DE56D-0214-B2A7-0185-5FBA4271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877" y="1907977"/>
            <a:ext cx="3977985" cy="22533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924724-9309-2C32-83F7-81C043DCA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099" y="4273582"/>
            <a:ext cx="4740051" cy="2471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EB6790-C479-3604-D3D3-085B6FC1C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142" y="2173710"/>
            <a:ext cx="4487544" cy="20998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693137-7847-2257-9D3D-772BB44501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5324" y="4553481"/>
            <a:ext cx="3794362" cy="15012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EAC894-F3FA-F113-F447-E909ACDAD533}"/>
              </a:ext>
            </a:extLst>
          </p:cNvPr>
          <p:cNvSpPr txBox="1"/>
          <p:nvPr/>
        </p:nvSpPr>
        <p:spPr>
          <a:xfrm>
            <a:off x="2818709" y="817416"/>
            <a:ext cx="7582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TOP 3 CUSTOMERS WHO SPENT THE MOST MONEY IN EACH YEAR.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8210B-0CEA-FA0E-9101-1B3F3251F6E6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003E4B-A218-D632-7E60-529A57B14858}"/>
              </a:ext>
            </a:extLst>
          </p:cNvPr>
          <p:cNvSpPr txBox="1"/>
          <p:nvPr/>
        </p:nvSpPr>
        <p:spPr>
          <a:xfrm>
            <a:off x="8979877" y="1497299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6092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E38C-B9D3-D228-D205-0C605016D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22F367-2A78-6981-2202-E8787F179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348" y="571500"/>
            <a:ext cx="9236989" cy="615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798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39955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195</TotalTime>
  <Words>601</Words>
  <Application>Microsoft Office PowerPoint</Application>
  <PresentationFormat>Widescreen</PresentationFormat>
  <Paragraphs>96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10</cp:revision>
  <dcterms:created xsi:type="dcterms:W3CDTF">2026-05-08T03:33:49Z</dcterms:created>
  <dcterms:modified xsi:type="dcterms:W3CDTF">2026-05-17T19:41:38Z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